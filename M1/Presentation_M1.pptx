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0" r:id="rId4"/>
    <p:sldId id="266" r:id="rId5"/>
    <p:sldId id="267" r:id="rId6"/>
    <p:sldId id="265" r:id="rId7"/>
    <p:sldId id="268" r:id="rId8"/>
    <p:sldId id="271" r:id="rId9"/>
    <p:sldId id="257" r:id="rId10"/>
    <p:sldId id="258" r:id="rId11"/>
    <p:sldId id="259" r:id="rId12"/>
    <p:sldId id="269" r:id="rId13"/>
    <p:sldId id="264" r:id="rId14"/>
    <p:sldId id="263" r:id="rId15"/>
    <p:sldId id="262" r:id="rId16"/>
    <p:sldId id="261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ABB8E-965C-4469-B16F-F6ECC8812E6B}" v="1" dt="2025-11-24T11:40:50.413"/>
    <p1510:client id="{D372128E-F29A-4FF8-90EC-05D9451787E5}" v="1" dt="2025-11-24T12:16:0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ker Joaquín" userId="acaffbe4a706a9d4" providerId="LiveId" clId="{D1DFD0CF-3B6A-4A93-9F8B-FF939B2F1C04}"/>
    <pc:docChg chg="undo custSel addSld modSld sldOrd">
      <pc:chgData name="Iker Joaquín" userId="acaffbe4a706a9d4" providerId="LiveId" clId="{D1DFD0CF-3B6A-4A93-9F8B-FF939B2F1C04}" dt="2025-11-24T12:18:01.074" v="141" actId="478"/>
      <pc:docMkLst>
        <pc:docMk/>
      </pc:docMkLst>
      <pc:sldChg chg="addSp delSp modSp mod">
        <pc:chgData name="Iker Joaquín" userId="acaffbe4a706a9d4" providerId="LiveId" clId="{D1DFD0CF-3B6A-4A93-9F8B-FF939B2F1C04}" dt="2025-11-24T12:18:01.074" v="141" actId="478"/>
        <pc:sldMkLst>
          <pc:docMk/>
          <pc:sldMk cId="2559727546" sldId="259"/>
        </pc:sldMkLst>
        <pc:spChg chg="mod">
          <ac:chgData name="Iker Joaquín" userId="acaffbe4a706a9d4" providerId="LiveId" clId="{D1DFD0CF-3B6A-4A93-9F8B-FF939B2F1C04}" dt="2025-11-24T12:16:22.612" v="140" actId="20577"/>
          <ac:spMkLst>
            <pc:docMk/>
            <pc:sldMk cId="2559727546" sldId="259"/>
            <ac:spMk id="2" creationId="{00000000-0000-0000-0000-000000000000}"/>
          </ac:spMkLst>
        </pc:spChg>
        <pc:picChg chg="add del">
          <ac:chgData name="Iker Joaquín" userId="acaffbe4a706a9d4" providerId="LiveId" clId="{D1DFD0CF-3B6A-4A93-9F8B-FF939B2F1C04}" dt="2025-11-24T12:18:01.074" v="141" actId="478"/>
          <ac:picMkLst>
            <pc:docMk/>
            <pc:sldMk cId="2559727546" sldId="259"/>
            <ac:picMk id="3" creationId="{70FE3505-2832-17D5-FAA4-5C84D05B3612}"/>
          </ac:picMkLst>
        </pc:picChg>
      </pc:sldChg>
      <pc:sldChg chg="ord">
        <pc:chgData name="Iker Joaquín" userId="acaffbe4a706a9d4" providerId="LiveId" clId="{D1DFD0CF-3B6A-4A93-9F8B-FF939B2F1C04}" dt="2025-11-24T12:15:55.419" v="113"/>
        <pc:sldMkLst>
          <pc:docMk/>
          <pc:sldMk cId="1413589051" sldId="262"/>
        </pc:sldMkLst>
      </pc:sldChg>
      <pc:sldChg chg="modSp mod">
        <pc:chgData name="Iker Joaquín" userId="acaffbe4a706a9d4" providerId="LiveId" clId="{D1DFD0CF-3B6A-4A93-9F8B-FF939B2F1C04}" dt="2025-11-24T11:40:42.530" v="3" actId="1076"/>
        <pc:sldMkLst>
          <pc:docMk/>
          <pc:sldMk cId="156025415" sldId="263"/>
        </pc:sldMkLst>
        <pc:spChg chg="mod">
          <ac:chgData name="Iker Joaquín" userId="acaffbe4a706a9d4" providerId="LiveId" clId="{D1DFD0CF-3B6A-4A93-9F8B-FF939B2F1C04}" dt="2025-11-24T11:40:30.689" v="0" actId="20577"/>
          <ac:spMkLst>
            <pc:docMk/>
            <pc:sldMk cId="156025415" sldId="263"/>
            <ac:spMk id="2" creationId="{00000000-0000-0000-0000-000000000000}"/>
          </ac:spMkLst>
        </pc:spChg>
        <pc:picChg chg="mod">
          <ac:chgData name="Iker Joaquín" userId="acaffbe4a706a9d4" providerId="LiveId" clId="{D1DFD0CF-3B6A-4A93-9F8B-FF939B2F1C04}" dt="2025-11-24T11:40:42.530" v="3" actId="1076"/>
          <ac:picMkLst>
            <pc:docMk/>
            <pc:sldMk cId="156025415" sldId="263"/>
            <ac:picMk id="4" creationId="{00000000-0000-0000-0000-000000000000}"/>
          </ac:picMkLst>
        </pc:picChg>
      </pc:sldChg>
      <pc:sldChg chg="addSp delSp modSp add mod ord setBg">
        <pc:chgData name="Iker Joaquín" userId="acaffbe4a706a9d4" providerId="LiveId" clId="{D1DFD0CF-3B6A-4A93-9F8B-FF939B2F1C04}" dt="2025-11-24T11:42:04.301" v="31" actId="26606"/>
        <pc:sldMkLst>
          <pc:docMk/>
          <pc:sldMk cId="2948255022" sldId="264"/>
        </pc:sldMkLst>
        <pc:spChg chg="mod">
          <ac:chgData name="Iker Joaquín" userId="acaffbe4a706a9d4" providerId="LiveId" clId="{D1DFD0CF-3B6A-4A93-9F8B-FF939B2F1C04}" dt="2025-11-24T11:42:04.301" v="31" actId="26606"/>
          <ac:spMkLst>
            <pc:docMk/>
            <pc:sldMk cId="2948255022" sldId="264"/>
            <ac:spMk id="2" creationId="{833D3A3F-DE7C-C301-BA9A-40CCD22C666D}"/>
          </ac:spMkLst>
        </pc:spChg>
        <pc:spChg chg="add del mod">
          <ac:chgData name="Iker Joaquín" userId="acaffbe4a706a9d4" providerId="LiveId" clId="{D1DFD0CF-3B6A-4A93-9F8B-FF939B2F1C04}" dt="2025-11-24T11:41:55.166" v="27" actId="22"/>
          <ac:spMkLst>
            <pc:docMk/>
            <pc:sldMk cId="2948255022" sldId="264"/>
            <ac:spMk id="5" creationId="{AFCB96BA-EBE3-8010-B168-E450D6708830}"/>
          </ac:spMkLst>
        </pc:spChg>
        <pc:spChg chg="add">
          <ac:chgData name="Iker Joaquín" userId="acaffbe4a706a9d4" providerId="LiveId" clId="{D1DFD0CF-3B6A-4A93-9F8B-FF939B2F1C04}" dt="2025-11-24T11:42:04.301" v="31" actId="26606"/>
          <ac:spMkLst>
            <pc:docMk/>
            <pc:sldMk cId="2948255022" sldId="264"/>
            <ac:spMk id="14" creationId="{022BDE4A-8A20-4A69-9C5A-581C82036A4D}"/>
          </ac:spMkLst>
        </pc:spChg>
        <pc:picChg chg="del">
          <ac:chgData name="Iker Joaquín" userId="acaffbe4a706a9d4" providerId="LiveId" clId="{D1DFD0CF-3B6A-4A93-9F8B-FF939B2F1C04}" dt="2025-11-24T11:41:02.791" v="8" actId="478"/>
          <ac:picMkLst>
            <pc:docMk/>
            <pc:sldMk cId="2948255022" sldId="264"/>
            <ac:picMk id="4" creationId="{D967A8F6-5249-C863-76B4-61660697638C}"/>
          </ac:picMkLst>
        </pc:picChg>
        <pc:picChg chg="add mod">
          <ac:chgData name="Iker Joaquín" userId="acaffbe4a706a9d4" providerId="LiveId" clId="{D1DFD0CF-3B6A-4A93-9F8B-FF939B2F1C04}" dt="2025-11-24T11:42:04.301" v="31" actId="26606"/>
          <ac:picMkLst>
            <pc:docMk/>
            <pc:sldMk cId="2948255022" sldId="264"/>
            <ac:picMk id="7" creationId="{0FBF5F8E-8772-5A2D-7036-36CC5F7A5DDC}"/>
          </ac:picMkLst>
        </pc:picChg>
        <pc:picChg chg="add mod ord">
          <ac:chgData name="Iker Joaquín" userId="acaffbe4a706a9d4" providerId="LiveId" clId="{D1DFD0CF-3B6A-4A93-9F8B-FF939B2F1C04}" dt="2025-11-24T11:42:04.301" v="31" actId="26606"/>
          <ac:picMkLst>
            <pc:docMk/>
            <pc:sldMk cId="2948255022" sldId="264"/>
            <ac:picMk id="9" creationId="{E2E043D0-5080-A83B-1219-A05981200FEB}"/>
          </ac:picMkLst>
        </pc:picChg>
      </pc:sldChg>
      <pc:sldChg chg="addSp delSp modSp add mod ord">
        <pc:chgData name="Iker Joaquín" userId="acaffbe4a706a9d4" providerId="LiveId" clId="{D1DFD0CF-3B6A-4A93-9F8B-FF939B2F1C04}" dt="2025-11-24T11:43:31.312" v="107"/>
        <pc:sldMkLst>
          <pc:docMk/>
          <pc:sldMk cId="2360420157" sldId="265"/>
        </pc:sldMkLst>
        <pc:spChg chg="mod">
          <ac:chgData name="Iker Joaquín" userId="acaffbe4a706a9d4" providerId="LiveId" clId="{D1DFD0CF-3B6A-4A93-9F8B-FF939B2F1C04}" dt="2025-11-24T11:43:06.178" v="101" actId="20577"/>
          <ac:spMkLst>
            <pc:docMk/>
            <pc:sldMk cId="2360420157" sldId="265"/>
            <ac:spMk id="2" creationId="{DA87C2A9-410E-C863-BF7A-820E45945E70}"/>
          </ac:spMkLst>
        </pc:spChg>
        <pc:spChg chg="add mod">
          <ac:chgData name="Iker Joaquín" userId="acaffbe4a706a9d4" providerId="LiveId" clId="{D1DFD0CF-3B6A-4A93-9F8B-FF939B2F1C04}" dt="2025-11-24T11:43:08.179" v="102" actId="478"/>
          <ac:spMkLst>
            <pc:docMk/>
            <pc:sldMk cId="2360420157" sldId="265"/>
            <ac:spMk id="4" creationId="{8B59B3E3-153C-407E-8FE3-3BBA417EDE79}"/>
          </ac:spMkLst>
        </pc:spChg>
        <pc:picChg chg="add mod">
          <ac:chgData name="Iker Joaquín" userId="acaffbe4a706a9d4" providerId="LiveId" clId="{D1DFD0CF-3B6A-4A93-9F8B-FF939B2F1C04}" dt="2025-11-24T11:43:17.452" v="105" actId="1076"/>
          <ac:picMkLst>
            <pc:docMk/>
            <pc:sldMk cId="2360420157" sldId="265"/>
            <ac:picMk id="6" creationId="{F3E98A77-2059-900D-BEDE-F3AB1612C147}"/>
          </ac:picMkLst>
        </pc:picChg>
        <pc:picChg chg="del">
          <ac:chgData name="Iker Joaquín" userId="acaffbe4a706a9d4" providerId="LiveId" clId="{D1DFD0CF-3B6A-4A93-9F8B-FF939B2F1C04}" dt="2025-11-24T11:43:14.647" v="103" actId="478"/>
          <ac:picMkLst>
            <pc:docMk/>
            <pc:sldMk cId="2360420157" sldId="265"/>
            <ac:picMk id="7" creationId="{5CA016E7-CD51-9119-C816-C85234B6FD9D}"/>
          </ac:picMkLst>
        </pc:picChg>
        <pc:picChg chg="del">
          <ac:chgData name="Iker Joaquín" userId="acaffbe4a706a9d4" providerId="LiveId" clId="{D1DFD0CF-3B6A-4A93-9F8B-FF939B2F1C04}" dt="2025-11-24T11:43:08.179" v="102" actId="478"/>
          <ac:picMkLst>
            <pc:docMk/>
            <pc:sldMk cId="2360420157" sldId="265"/>
            <ac:picMk id="9" creationId="{22F08692-0940-AD05-3931-06F4040D4C64}"/>
          </ac:picMkLst>
        </pc:picChg>
      </pc:sldChg>
      <pc:sldChg chg="ord">
        <pc:chgData name="Iker Joaquín" userId="acaffbe4a706a9d4" providerId="LiveId" clId="{D1DFD0CF-3B6A-4A93-9F8B-FF939B2F1C04}" dt="2025-11-24T12:15:51.371" v="109"/>
        <pc:sldMkLst>
          <pc:docMk/>
          <pc:sldMk cId="773652378" sldId="26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F958C4-222C-49ED-AB97-76754D3F67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484819-92D8-44E5-BC57-37533ADC78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timetable (Valentyn)</a:t>
          </a:r>
          <a:endParaRPr lang="en-US"/>
        </a:p>
      </dgm:t>
    </dgm:pt>
    <dgm:pt modelId="{2066CF88-AE22-4763-96ED-C80E8CE6F9D6}" type="parTrans" cxnId="{998AC258-F9FE-41C3-A35A-D7A55357DE91}">
      <dgm:prSet/>
      <dgm:spPr/>
      <dgm:t>
        <a:bodyPr/>
        <a:lstStyle/>
        <a:p>
          <a:endParaRPr lang="en-US"/>
        </a:p>
      </dgm:t>
    </dgm:pt>
    <dgm:pt modelId="{EF36E7D1-EBC4-4AC0-95EB-BCBEA160C21F}" type="sibTrans" cxnId="{998AC258-F9FE-41C3-A35A-D7A55357DE91}">
      <dgm:prSet/>
      <dgm:spPr/>
      <dgm:t>
        <a:bodyPr/>
        <a:lstStyle/>
        <a:p>
          <a:endParaRPr lang="en-US"/>
        </a:p>
      </dgm:t>
    </dgm:pt>
    <dgm:pt modelId="{EB73FB50-BEBD-40B7-AFE3-148F3BEFC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course info (Yash)</a:t>
          </a:r>
          <a:endParaRPr lang="en-US"/>
        </a:p>
      </dgm:t>
    </dgm:pt>
    <dgm:pt modelId="{15A4BD16-24F2-4A2F-902A-781745DF490C}" type="parTrans" cxnId="{29E92FAD-90C4-4194-8E39-4DDAE63967A1}">
      <dgm:prSet/>
      <dgm:spPr/>
      <dgm:t>
        <a:bodyPr/>
        <a:lstStyle/>
        <a:p>
          <a:endParaRPr lang="en-US"/>
        </a:p>
      </dgm:t>
    </dgm:pt>
    <dgm:pt modelId="{221B6655-653B-4CB5-A6B1-3750524C24A7}" type="sibTrans" cxnId="{29E92FAD-90C4-4194-8E39-4DDAE63967A1}">
      <dgm:prSet/>
      <dgm:spPr/>
      <dgm:t>
        <a:bodyPr/>
        <a:lstStyle/>
        <a:p>
          <a:endParaRPr lang="en-US"/>
        </a:p>
      </dgm:t>
    </dgm:pt>
    <dgm:pt modelId="{921A1B84-AAE7-4DDC-AC46-13AE9F39A1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teacher info – office hours (Iker)</a:t>
          </a:r>
          <a:endParaRPr lang="en-US"/>
        </a:p>
      </dgm:t>
    </dgm:pt>
    <dgm:pt modelId="{571F520B-8594-4141-BECD-F7449C9AA4D0}" type="parTrans" cxnId="{DC59BF4D-4A01-43BB-AD7A-58BEE88076D8}">
      <dgm:prSet/>
      <dgm:spPr/>
      <dgm:t>
        <a:bodyPr/>
        <a:lstStyle/>
        <a:p>
          <a:endParaRPr lang="en-US"/>
        </a:p>
      </dgm:t>
    </dgm:pt>
    <dgm:pt modelId="{F5E54EAC-9461-499F-BE9F-A1F7E383152C}" type="sibTrans" cxnId="{DC59BF4D-4A01-43BB-AD7A-58BEE88076D8}">
      <dgm:prSet/>
      <dgm:spPr/>
      <dgm:t>
        <a:bodyPr/>
        <a:lstStyle/>
        <a:p>
          <a:endParaRPr lang="en-US"/>
        </a:p>
      </dgm:t>
    </dgm:pt>
    <dgm:pt modelId="{763822E9-D5DE-43D1-B31F-4CC7F630C1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Schedule modification (Vlad)</a:t>
          </a:r>
          <a:endParaRPr lang="en-US"/>
        </a:p>
      </dgm:t>
    </dgm:pt>
    <dgm:pt modelId="{FEC22687-CA67-4C1E-BB2B-AAAAAEE5C20F}" type="parTrans" cxnId="{E1BB0EE0-3111-45DA-B94E-CE8B488D603F}">
      <dgm:prSet/>
      <dgm:spPr/>
      <dgm:t>
        <a:bodyPr/>
        <a:lstStyle/>
        <a:p>
          <a:endParaRPr lang="en-US"/>
        </a:p>
      </dgm:t>
    </dgm:pt>
    <dgm:pt modelId="{3B25044F-6DD2-4DC5-96CD-8C899284CD9A}" type="sibTrans" cxnId="{E1BB0EE0-3111-45DA-B94E-CE8B488D603F}">
      <dgm:prSet/>
      <dgm:spPr/>
      <dgm:t>
        <a:bodyPr/>
        <a:lstStyle/>
        <a:p>
          <a:endParaRPr lang="en-US"/>
        </a:p>
      </dgm:t>
    </dgm:pt>
    <dgm:pt modelId="{C8B6926E-75D5-4C84-AB7C-28EE7CDBC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Statistical reports (Martin)</a:t>
          </a:r>
          <a:endParaRPr lang="en-US"/>
        </a:p>
      </dgm:t>
    </dgm:pt>
    <dgm:pt modelId="{AE1ED5D2-2BF7-4B1C-A64B-0A7E41EEF854}" type="parTrans" cxnId="{2BC53DC8-7E45-4428-AD95-3152E3888EC9}">
      <dgm:prSet/>
      <dgm:spPr/>
      <dgm:t>
        <a:bodyPr/>
        <a:lstStyle/>
        <a:p>
          <a:endParaRPr lang="en-US"/>
        </a:p>
      </dgm:t>
    </dgm:pt>
    <dgm:pt modelId="{BE1B51DE-3CFF-4CD2-9139-CD6FFC7B7F4D}" type="sibTrans" cxnId="{2BC53DC8-7E45-4428-AD95-3152E3888EC9}">
      <dgm:prSet/>
      <dgm:spPr/>
      <dgm:t>
        <a:bodyPr/>
        <a:lstStyle/>
        <a:p>
          <a:endParaRPr lang="en-US"/>
        </a:p>
      </dgm:t>
    </dgm:pt>
    <dgm:pt modelId="{952802F8-F762-42F0-AF05-931B75E1FB19}" type="pres">
      <dgm:prSet presAssocID="{99F958C4-222C-49ED-AB97-76754D3F67B6}" presName="root" presStyleCnt="0">
        <dgm:presLayoutVars>
          <dgm:dir/>
          <dgm:resizeHandles val="exact"/>
        </dgm:presLayoutVars>
      </dgm:prSet>
      <dgm:spPr/>
    </dgm:pt>
    <dgm:pt modelId="{FC3DA726-3B92-4437-9772-E7B316C68E0B}" type="pres">
      <dgm:prSet presAssocID="{80484819-92D8-44E5-BC57-37533ADC78C1}" presName="compNode" presStyleCnt="0"/>
      <dgm:spPr/>
    </dgm:pt>
    <dgm:pt modelId="{8EDBC30F-2BD9-49BA-9FCB-DD74106D3F0B}" type="pres">
      <dgm:prSet presAssocID="{80484819-92D8-44E5-BC57-37533ADC78C1}" presName="bgRect" presStyleLbl="bgShp" presStyleIdx="0" presStyleCnt="5"/>
      <dgm:spPr/>
    </dgm:pt>
    <dgm:pt modelId="{C3BEB5CE-DDE0-4B2E-A511-B017ED6C4BB1}" type="pres">
      <dgm:prSet presAssocID="{80484819-92D8-44E5-BC57-37533ADC78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AF6BCCCB-31A9-4395-B87F-0FC33DAEE6D9}" type="pres">
      <dgm:prSet presAssocID="{80484819-92D8-44E5-BC57-37533ADC78C1}" presName="spaceRect" presStyleCnt="0"/>
      <dgm:spPr/>
    </dgm:pt>
    <dgm:pt modelId="{2EA55C0B-DC23-46D5-9667-AAF2FFCC0265}" type="pres">
      <dgm:prSet presAssocID="{80484819-92D8-44E5-BC57-37533ADC78C1}" presName="parTx" presStyleLbl="revTx" presStyleIdx="0" presStyleCnt="5">
        <dgm:presLayoutVars>
          <dgm:chMax val="0"/>
          <dgm:chPref val="0"/>
        </dgm:presLayoutVars>
      </dgm:prSet>
      <dgm:spPr/>
    </dgm:pt>
    <dgm:pt modelId="{E3FD32AD-819E-4108-A6B7-A88EBF9C02F9}" type="pres">
      <dgm:prSet presAssocID="{EF36E7D1-EBC4-4AC0-95EB-BCBEA160C21F}" presName="sibTrans" presStyleCnt="0"/>
      <dgm:spPr/>
    </dgm:pt>
    <dgm:pt modelId="{2A5AA50E-9AAD-45A7-BBD8-53AB3081936F}" type="pres">
      <dgm:prSet presAssocID="{EB73FB50-BEBD-40B7-AFE3-148F3BEFCE4F}" presName="compNode" presStyleCnt="0"/>
      <dgm:spPr/>
    </dgm:pt>
    <dgm:pt modelId="{D71ED725-44AE-44FF-BE25-C90E27257EC8}" type="pres">
      <dgm:prSet presAssocID="{EB73FB50-BEBD-40B7-AFE3-148F3BEFCE4F}" presName="bgRect" presStyleLbl="bgShp" presStyleIdx="1" presStyleCnt="5"/>
      <dgm:spPr/>
    </dgm:pt>
    <dgm:pt modelId="{3B8683F7-8363-4E3F-9C98-0585F487A31B}" type="pres">
      <dgm:prSet presAssocID="{EB73FB50-BEBD-40B7-AFE3-148F3BEFCE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3F580F43-87E2-45EF-850B-891DD4B5C764}" type="pres">
      <dgm:prSet presAssocID="{EB73FB50-BEBD-40B7-AFE3-148F3BEFCE4F}" presName="spaceRect" presStyleCnt="0"/>
      <dgm:spPr/>
    </dgm:pt>
    <dgm:pt modelId="{87EFD29E-CAE0-48CB-9CB8-115EC684E5B4}" type="pres">
      <dgm:prSet presAssocID="{EB73FB50-BEBD-40B7-AFE3-148F3BEFCE4F}" presName="parTx" presStyleLbl="revTx" presStyleIdx="1" presStyleCnt="5">
        <dgm:presLayoutVars>
          <dgm:chMax val="0"/>
          <dgm:chPref val="0"/>
        </dgm:presLayoutVars>
      </dgm:prSet>
      <dgm:spPr/>
    </dgm:pt>
    <dgm:pt modelId="{BE17C1C7-612F-465C-B945-31AC5700CA8E}" type="pres">
      <dgm:prSet presAssocID="{221B6655-653B-4CB5-A6B1-3750524C24A7}" presName="sibTrans" presStyleCnt="0"/>
      <dgm:spPr/>
    </dgm:pt>
    <dgm:pt modelId="{98DA8180-0F37-43D6-AFD2-287EDD56D034}" type="pres">
      <dgm:prSet presAssocID="{921A1B84-AAE7-4DDC-AC46-13AE9F39A1AF}" presName="compNode" presStyleCnt="0"/>
      <dgm:spPr/>
    </dgm:pt>
    <dgm:pt modelId="{5570BC56-6F6E-4AB5-8305-2D76DC29FDA6}" type="pres">
      <dgm:prSet presAssocID="{921A1B84-AAE7-4DDC-AC46-13AE9F39A1AF}" presName="bgRect" presStyleLbl="bgShp" presStyleIdx="2" presStyleCnt="5"/>
      <dgm:spPr/>
    </dgm:pt>
    <dgm:pt modelId="{000554BA-26F3-42A1-985E-84FF401BA585}" type="pres">
      <dgm:prSet presAssocID="{921A1B84-AAE7-4DDC-AC46-13AE9F39A1A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F899B50C-076A-475B-B0BE-863A11A2F11C}" type="pres">
      <dgm:prSet presAssocID="{921A1B84-AAE7-4DDC-AC46-13AE9F39A1AF}" presName="spaceRect" presStyleCnt="0"/>
      <dgm:spPr/>
    </dgm:pt>
    <dgm:pt modelId="{3B717BED-1285-452B-AD47-BD4B9A8F5169}" type="pres">
      <dgm:prSet presAssocID="{921A1B84-AAE7-4DDC-AC46-13AE9F39A1AF}" presName="parTx" presStyleLbl="revTx" presStyleIdx="2" presStyleCnt="5">
        <dgm:presLayoutVars>
          <dgm:chMax val="0"/>
          <dgm:chPref val="0"/>
        </dgm:presLayoutVars>
      </dgm:prSet>
      <dgm:spPr/>
    </dgm:pt>
    <dgm:pt modelId="{7D867920-3968-4910-8E9D-E053829BC7E7}" type="pres">
      <dgm:prSet presAssocID="{F5E54EAC-9461-499F-BE9F-A1F7E383152C}" presName="sibTrans" presStyleCnt="0"/>
      <dgm:spPr/>
    </dgm:pt>
    <dgm:pt modelId="{0924B796-B376-4479-87A5-B619151849ED}" type="pres">
      <dgm:prSet presAssocID="{763822E9-D5DE-43D1-B31F-4CC7F630C1B5}" presName="compNode" presStyleCnt="0"/>
      <dgm:spPr/>
    </dgm:pt>
    <dgm:pt modelId="{EBE636AA-5443-455D-90B4-C0FCDC320C8C}" type="pres">
      <dgm:prSet presAssocID="{763822E9-D5DE-43D1-B31F-4CC7F630C1B5}" presName="bgRect" presStyleLbl="bgShp" presStyleIdx="3" presStyleCnt="5"/>
      <dgm:spPr/>
    </dgm:pt>
    <dgm:pt modelId="{AD1588D3-CEF2-4984-8FAC-7BA74519EB41}" type="pres">
      <dgm:prSet presAssocID="{763822E9-D5DE-43D1-B31F-4CC7F630C1B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9D75018-0FCC-49BF-AF2C-71D49B5EFFCA}" type="pres">
      <dgm:prSet presAssocID="{763822E9-D5DE-43D1-B31F-4CC7F630C1B5}" presName="spaceRect" presStyleCnt="0"/>
      <dgm:spPr/>
    </dgm:pt>
    <dgm:pt modelId="{D20A9D9B-6CBE-4855-90D6-E7A878575B22}" type="pres">
      <dgm:prSet presAssocID="{763822E9-D5DE-43D1-B31F-4CC7F630C1B5}" presName="parTx" presStyleLbl="revTx" presStyleIdx="3" presStyleCnt="5">
        <dgm:presLayoutVars>
          <dgm:chMax val="0"/>
          <dgm:chPref val="0"/>
        </dgm:presLayoutVars>
      </dgm:prSet>
      <dgm:spPr/>
    </dgm:pt>
    <dgm:pt modelId="{0994EFB8-0E87-46A0-9189-14C89E224EFC}" type="pres">
      <dgm:prSet presAssocID="{3B25044F-6DD2-4DC5-96CD-8C899284CD9A}" presName="sibTrans" presStyleCnt="0"/>
      <dgm:spPr/>
    </dgm:pt>
    <dgm:pt modelId="{D83E242A-4AD8-4B1C-BEC9-2E16BBC253D7}" type="pres">
      <dgm:prSet presAssocID="{C8B6926E-75D5-4C84-AB7C-28EE7CDBC9D8}" presName="compNode" presStyleCnt="0"/>
      <dgm:spPr/>
    </dgm:pt>
    <dgm:pt modelId="{380457FA-1E6B-4368-9D26-1692EE271ECC}" type="pres">
      <dgm:prSet presAssocID="{C8B6926E-75D5-4C84-AB7C-28EE7CDBC9D8}" presName="bgRect" presStyleLbl="bgShp" presStyleIdx="4" presStyleCnt="5"/>
      <dgm:spPr/>
    </dgm:pt>
    <dgm:pt modelId="{E8D04BC7-F19C-415F-9955-160927CFBA38}" type="pres">
      <dgm:prSet presAssocID="{C8B6926E-75D5-4C84-AB7C-28EE7CDBC9D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E4FF7DA-50D7-4377-919E-E82E5C451BF2}" type="pres">
      <dgm:prSet presAssocID="{C8B6926E-75D5-4C84-AB7C-28EE7CDBC9D8}" presName="spaceRect" presStyleCnt="0"/>
      <dgm:spPr/>
    </dgm:pt>
    <dgm:pt modelId="{3BCB6D7F-00A8-41B4-ACFB-F9D09408D160}" type="pres">
      <dgm:prSet presAssocID="{C8B6926E-75D5-4C84-AB7C-28EE7CDBC9D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3A23109-294F-4227-A365-4463E1F583D7}" type="presOf" srcId="{763822E9-D5DE-43D1-B31F-4CC7F630C1B5}" destId="{D20A9D9B-6CBE-4855-90D6-E7A878575B22}" srcOrd="0" destOrd="0" presId="urn:microsoft.com/office/officeart/2018/2/layout/IconVerticalSolidList"/>
    <dgm:cxn modelId="{B37AD41A-A4D4-4560-9627-79F61B68B0E2}" type="presOf" srcId="{C8B6926E-75D5-4C84-AB7C-28EE7CDBC9D8}" destId="{3BCB6D7F-00A8-41B4-ACFB-F9D09408D160}" srcOrd="0" destOrd="0" presId="urn:microsoft.com/office/officeart/2018/2/layout/IconVerticalSolidList"/>
    <dgm:cxn modelId="{CD11491E-01C7-40E7-9CD0-A703AF9CE2C6}" type="presOf" srcId="{EB73FB50-BEBD-40B7-AFE3-148F3BEFCE4F}" destId="{87EFD29E-CAE0-48CB-9CB8-115EC684E5B4}" srcOrd="0" destOrd="0" presId="urn:microsoft.com/office/officeart/2018/2/layout/IconVerticalSolidList"/>
    <dgm:cxn modelId="{8CB66D5F-2DA9-463A-98B6-9A37E8BBEE58}" type="presOf" srcId="{99F958C4-222C-49ED-AB97-76754D3F67B6}" destId="{952802F8-F762-42F0-AF05-931B75E1FB19}" srcOrd="0" destOrd="0" presId="urn:microsoft.com/office/officeart/2018/2/layout/IconVerticalSolidList"/>
    <dgm:cxn modelId="{DC59BF4D-4A01-43BB-AD7A-58BEE88076D8}" srcId="{99F958C4-222C-49ED-AB97-76754D3F67B6}" destId="{921A1B84-AAE7-4DDC-AC46-13AE9F39A1AF}" srcOrd="2" destOrd="0" parTransId="{571F520B-8594-4141-BECD-F7449C9AA4D0}" sibTransId="{F5E54EAC-9461-499F-BE9F-A1F7E383152C}"/>
    <dgm:cxn modelId="{998AC258-F9FE-41C3-A35A-D7A55357DE91}" srcId="{99F958C4-222C-49ED-AB97-76754D3F67B6}" destId="{80484819-92D8-44E5-BC57-37533ADC78C1}" srcOrd="0" destOrd="0" parTransId="{2066CF88-AE22-4763-96ED-C80E8CE6F9D6}" sibTransId="{EF36E7D1-EBC4-4AC0-95EB-BCBEA160C21F}"/>
    <dgm:cxn modelId="{29E92FAD-90C4-4194-8E39-4DDAE63967A1}" srcId="{99F958C4-222C-49ED-AB97-76754D3F67B6}" destId="{EB73FB50-BEBD-40B7-AFE3-148F3BEFCE4F}" srcOrd="1" destOrd="0" parTransId="{15A4BD16-24F2-4A2F-902A-781745DF490C}" sibTransId="{221B6655-653B-4CB5-A6B1-3750524C24A7}"/>
    <dgm:cxn modelId="{7E2C5CBB-2152-4815-8690-88636EBFF897}" type="presOf" srcId="{80484819-92D8-44E5-BC57-37533ADC78C1}" destId="{2EA55C0B-DC23-46D5-9667-AAF2FFCC0265}" srcOrd="0" destOrd="0" presId="urn:microsoft.com/office/officeart/2018/2/layout/IconVerticalSolidList"/>
    <dgm:cxn modelId="{2BC53DC8-7E45-4428-AD95-3152E3888EC9}" srcId="{99F958C4-222C-49ED-AB97-76754D3F67B6}" destId="{C8B6926E-75D5-4C84-AB7C-28EE7CDBC9D8}" srcOrd="4" destOrd="0" parTransId="{AE1ED5D2-2BF7-4B1C-A64B-0A7E41EEF854}" sibTransId="{BE1B51DE-3CFF-4CD2-9139-CD6FFC7B7F4D}"/>
    <dgm:cxn modelId="{E1BB0EE0-3111-45DA-B94E-CE8B488D603F}" srcId="{99F958C4-222C-49ED-AB97-76754D3F67B6}" destId="{763822E9-D5DE-43D1-B31F-4CC7F630C1B5}" srcOrd="3" destOrd="0" parTransId="{FEC22687-CA67-4C1E-BB2B-AAAAAEE5C20F}" sibTransId="{3B25044F-6DD2-4DC5-96CD-8C899284CD9A}"/>
    <dgm:cxn modelId="{6FB20FEA-BEDD-425F-B277-DC03011ECC6E}" type="presOf" srcId="{921A1B84-AAE7-4DDC-AC46-13AE9F39A1AF}" destId="{3B717BED-1285-452B-AD47-BD4B9A8F5169}" srcOrd="0" destOrd="0" presId="urn:microsoft.com/office/officeart/2018/2/layout/IconVerticalSolidList"/>
    <dgm:cxn modelId="{BEB4AE47-4953-401E-8EA5-70FA25C712AF}" type="presParOf" srcId="{952802F8-F762-42F0-AF05-931B75E1FB19}" destId="{FC3DA726-3B92-4437-9772-E7B316C68E0B}" srcOrd="0" destOrd="0" presId="urn:microsoft.com/office/officeart/2018/2/layout/IconVerticalSolidList"/>
    <dgm:cxn modelId="{EAD7249D-E276-436C-BD55-928E23C29AAC}" type="presParOf" srcId="{FC3DA726-3B92-4437-9772-E7B316C68E0B}" destId="{8EDBC30F-2BD9-49BA-9FCB-DD74106D3F0B}" srcOrd="0" destOrd="0" presId="urn:microsoft.com/office/officeart/2018/2/layout/IconVerticalSolidList"/>
    <dgm:cxn modelId="{9F8BDC1D-F448-4FEE-9366-AAAC62B5DE8A}" type="presParOf" srcId="{FC3DA726-3B92-4437-9772-E7B316C68E0B}" destId="{C3BEB5CE-DDE0-4B2E-A511-B017ED6C4BB1}" srcOrd="1" destOrd="0" presId="urn:microsoft.com/office/officeart/2018/2/layout/IconVerticalSolidList"/>
    <dgm:cxn modelId="{BA80B6B1-1BB4-49EB-AA16-5FE82C4D53DD}" type="presParOf" srcId="{FC3DA726-3B92-4437-9772-E7B316C68E0B}" destId="{AF6BCCCB-31A9-4395-B87F-0FC33DAEE6D9}" srcOrd="2" destOrd="0" presId="urn:microsoft.com/office/officeart/2018/2/layout/IconVerticalSolidList"/>
    <dgm:cxn modelId="{BA1D0A07-709F-43E9-B7CB-1C96055FBF71}" type="presParOf" srcId="{FC3DA726-3B92-4437-9772-E7B316C68E0B}" destId="{2EA55C0B-DC23-46D5-9667-AAF2FFCC0265}" srcOrd="3" destOrd="0" presId="urn:microsoft.com/office/officeart/2018/2/layout/IconVerticalSolidList"/>
    <dgm:cxn modelId="{2A23FCBE-3290-4463-816F-C563430FBC5A}" type="presParOf" srcId="{952802F8-F762-42F0-AF05-931B75E1FB19}" destId="{E3FD32AD-819E-4108-A6B7-A88EBF9C02F9}" srcOrd="1" destOrd="0" presId="urn:microsoft.com/office/officeart/2018/2/layout/IconVerticalSolidList"/>
    <dgm:cxn modelId="{CD956FE2-F133-4123-A142-357198FC6D6D}" type="presParOf" srcId="{952802F8-F762-42F0-AF05-931B75E1FB19}" destId="{2A5AA50E-9AAD-45A7-BBD8-53AB3081936F}" srcOrd="2" destOrd="0" presId="urn:microsoft.com/office/officeart/2018/2/layout/IconVerticalSolidList"/>
    <dgm:cxn modelId="{9613DC69-860E-447B-8CF4-AB90C782A1B0}" type="presParOf" srcId="{2A5AA50E-9AAD-45A7-BBD8-53AB3081936F}" destId="{D71ED725-44AE-44FF-BE25-C90E27257EC8}" srcOrd="0" destOrd="0" presId="urn:microsoft.com/office/officeart/2018/2/layout/IconVerticalSolidList"/>
    <dgm:cxn modelId="{67BE9544-FCAE-4C59-8295-94031ADBAE47}" type="presParOf" srcId="{2A5AA50E-9AAD-45A7-BBD8-53AB3081936F}" destId="{3B8683F7-8363-4E3F-9C98-0585F487A31B}" srcOrd="1" destOrd="0" presId="urn:microsoft.com/office/officeart/2018/2/layout/IconVerticalSolidList"/>
    <dgm:cxn modelId="{A0CF03A3-972E-4F57-B243-A2975F98E4FA}" type="presParOf" srcId="{2A5AA50E-9AAD-45A7-BBD8-53AB3081936F}" destId="{3F580F43-87E2-45EF-850B-891DD4B5C764}" srcOrd="2" destOrd="0" presId="urn:microsoft.com/office/officeart/2018/2/layout/IconVerticalSolidList"/>
    <dgm:cxn modelId="{3C480DF5-78DE-42F2-ACF5-8F3451DE4CB7}" type="presParOf" srcId="{2A5AA50E-9AAD-45A7-BBD8-53AB3081936F}" destId="{87EFD29E-CAE0-48CB-9CB8-115EC684E5B4}" srcOrd="3" destOrd="0" presId="urn:microsoft.com/office/officeart/2018/2/layout/IconVerticalSolidList"/>
    <dgm:cxn modelId="{F297B6B2-3E14-4CAF-8D34-2BDAF1BBABAC}" type="presParOf" srcId="{952802F8-F762-42F0-AF05-931B75E1FB19}" destId="{BE17C1C7-612F-465C-B945-31AC5700CA8E}" srcOrd="3" destOrd="0" presId="urn:microsoft.com/office/officeart/2018/2/layout/IconVerticalSolidList"/>
    <dgm:cxn modelId="{5636B9C2-F30F-4AFC-979F-D3DB4A89878C}" type="presParOf" srcId="{952802F8-F762-42F0-AF05-931B75E1FB19}" destId="{98DA8180-0F37-43D6-AFD2-287EDD56D034}" srcOrd="4" destOrd="0" presId="urn:microsoft.com/office/officeart/2018/2/layout/IconVerticalSolidList"/>
    <dgm:cxn modelId="{EDB44F10-7526-4205-847D-ED91A6282C46}" type="presParOf" srcId="{98DA8180-0F37-43D6-AFD2-287EDD56D034}" destId="{5570BC56-6F6E-4AB5-8305-2D76DC29FDA6}" srcOrd="0" destOrd="0" presId="urn:microsoft.com/office/officeart/2018/2/layout/IconVerticalSolidList"/>
    <dgm:cxn modelId="{124D4C8B-6BAA-4C0C-BF79-9302427E20D9}" type="presParOf" srcId="{98DA8180-0F37-43D6-AFD2-287EDD56D034}" destId="{000554BA-26F3-42A1-985E-84FF401BA585}" srcOrd="1" destOrd="0" presId="urn:microsoft.com/office/officeart/2018/2/layout/IconVerticalSolidList"/>
    <dgm:cxn modelId="{64BDBB17-F66A-42D9-A191-25C5F3591FAA}" type="presParOf" srcId="{98DA8180-0F37-43D6-AFD2-287EDD56D034}" destId="{F899B50C-076A-475B-B0BE-863A11A2F11C}" srcOrd="2" destOrd="0" presId="urn:microsoft.com/office/officeart/2018/2/layout/IconVerticalSolidList"/>
    <dgm:cxn modelId="{B1946E1F-0EC2-441F-AD93-45F6F79360C4}" type="presParOf" srcId="{98DA8180-0F37-43D6-AFD2-287EDD56D034}" destId="{3B717BED-1285-452B-AD47-BD4B9A8F5169}" srcOrd="3" destOrd="0" presId="urn:microsoft.com/office/officeart/2018/2/layout/IconVerticalSolidList"/>
    <dgm:cxn modelId="{1B9C1768-CFAC-4BEE-947B-448954A2F974}" type="presParOf" srcId="{952802F8-F762-42F0-AF05-931B75E1FB19}" destId="{7D867920-3968-4910-8E9D-E053829BC7E7}" srcOrd="5" destOrd="0" presId="urn:microsoft.com/office/officeart/2018/2/layout/IconVerticalSolidList"/>
    <dgm:cxn modelId="{1C8CC81D-37FF-4727-827B-215C043F4B36}" type="presParOf" srcId="{952802F8-F762-42F0-AF05-931B75E1FB19}" destId="{0924B796-B376-4479-87A5-B619151849ED}" srcOrd="6" destOrd="0" presId="urn:microsoft.com/office/officeart/2018/2/layout/IconVerticalSolidList"/>
    <dgm:cxn modelId="{9CD7498A-1F82-47D4-B41B-EC67DC9F9883}" type="presParOf" srcId="{0924B796-B376-4479-87A5-B619151849ED}" destId="{EBE636AA-5443-455D-90B4-C0FCDC320C8C}" srcOrd="0" destOrd="0" presId="urn:microsoft.com/office/officeart/2018/2/layout/IconVerticalSolidList"/>
    <dgm:cxn modelId="{AEB99E0D-7D14-4E24-B78B-1B1076069352}" type="presParOf" srcId="{0924B796-B376-4479-87A5-B619151849ED}" destId="{AD1588D3-CEF2-4984-8FAC-7BA74519EB41}" srcOrd="1" destOrd="0" presId="urn:microsoft.com/office/officeart/2018/2/layout/IconVerticalSolidList"/>
    <dgm:cxn modelId="{AB1C4F92-FEC2-4F33-B642-9EFE5DF7EDDD}" type="presParOf" srcId="{0924B796-B376-4479-87A5-B619151849ED}" destId="{F9D75018-0FCC-49BF-AF2C-71D49B5EFFCA}" srcOrd="2" destOrd="0" presId="urn:microsoft.com/office/officeart/2018/2/layout/IconVerticalSolidList"/>
    <dgm:cxn modelId="{EA4D0959-A9C9-42C2-A169-D1D3E4E92EFB}" type="presParOf" srcId="{0924B796-B376-4479-87A5-B619151849ED}" destId="{D20A9D9B-6CBE-4855-90D6-E7A878575B22}" srcOrd="3" destOrd="0" presId="urn:microsoft.com/office/officeart/2018/2/layout/IconVerticalSolidList"/>
    <dgm:cxn modelId="{553290DF-D84C-4B4E-BDD0-EACAE4584E05}" type="presParOf" srcId="{952802F8-F762-42F0-AF05-931B75E1FB19}" destId="{0994EFB8-0E87-46A0-9189-14C89E224EFC}" srcOrd="7" destOrd="0" presId="urn:microsoft.com/office/officeart/2018/2/layout/IconVerticalSolidList"/>
    <dgm:cxn modelId="{5F2C6431-AF3D-43BB-AE2F-E4EA12372DDA}" type="presParOf" srcId="{952802F8-F762-42F0-AF05-931B75E1FB19}" destId="{D83E242A-4AD8-4B1C-BEC9-2E16BBC253D7}" srcOrd="8" destOrd="0" presId="urn:microsoft.com/office/officeart/2018/2/layout/IconVerticalSolidList"/>
    <dgm:cxn modelId="{FC6D7318-8D7C-42BF-90E2-6B71FBE008C6}" type="presParOf" srcId="{D83E242A-4AD8-4B1C-BEC9-2E16BBC253D7}" destId="{380457FA-1E6B-4368-9D26-1692EE271ECC}" srcOrd="0" destOrd="0" presId="urn:microsoft.com/office/officeart/2018/2/layout/IconVerticalSolidList"/>
    <dgm:cxn modelId="{5C9F356A-D840-405D-80DD-7FDDBF4F616B}" type="presParOf" srcId="{D83E242A-4AD8-4B1C-BEC9-2E16BBC253D7}" destId="{E8D04BC7-F19C-415F-9955-160927CFBA38}" srcOrd="1" destOrd="0" presId="urn:microsoft.com/office/officeart/2018/2/layout/IconVerticalSolidList"/>
    <dgm:cxn modelId="{9C75773E-8BDE-4076-9A41-B939312589EB}" type="presParOf" srcId="{D83E242A-4AD8-4B1C-BEC9-2E16BBC253D7}" destId="{EE4FF7DA-50D7-4377-919E-E82E5C451BF2}" srcOrd="2" destOrd="0" presId="urn:microsoft.com/office/officeart/2018/2/layout/IconVerticalSolidList"/>
    <dgm:cxn modelId="{9DECFFC4-EFD3-4D7E-B041-94D0309A5BDA}" type="presParOf" srcId="{D83E242A-4AD8-4B1C-BEC9-2E16BBC253D7}" destId="{3BCB6D7F-00A8-41B4-ACFB-F9D09408D1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BC30F-2BD9-49BA-9FCB-DD74106D3F0B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EB5CE-DDE0-4B2E-A511-B017ED6C4BB1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55C0B-DC23-46D5-9667-AAF2FFCC0265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timetable (Valentyn)</a:t>
          </a:r>
          <a:endParaRPr lang="en-US" sz="1900" kern="1200"/>
        </a:p>
      </dsp:txBody>
      <dsp:txXfrm>
        <a:off x="1074268" y="4366"/>
        <a:ext cx="5170996" cy="930102"/>
      </dsp:txXfrm>
    </dsp:sp>
    <dsp:sp modelId="{D71ED725-44AE-44FF-BE25-C90E27257EC8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683F7-8363-4E3F-9C98-0585F487A31B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FD29E-CAE0-48CB-9CB8-115EC684E5B4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course info (Yash)</a:t>
          </a:r>
          <a:endParaRPr lang="en-US" sz="1900" kern="1200"/>
        </a:p>
      </dsp:txBody>
      <dsp:txXfrm>
        <a:off x="1074268" y="1166994"/>
        <a:ext cx="5170996" cy="930102"/>
      </dsp:txXfrm>
    </dsp:sp>
    <dsp:sp modelId="{5570BC56-6F6E-4AB5-8305-2D76DC29FDA6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554BA-26F3-42A1-985E-84FF401BA585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17BED-1285-452B-AD47-BD4B9A8F5169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teacher info – office hours (Iker)</a:t>
          </a:r>
          <a:endParaRPr lang="en-US" sz="1900" kern="1200"/>
        </a:p>
      </dsp:txBody>
      <dsp:txXfrm>
        <a:off x="1074268" y="2329622"/>
        <a:ext cx="5170996" cy="930102"/>
      </dsp:txXfrm>
    </dsp:sp>
    <dsp:sp modelId="{EBE636AA-5443-455D-90B4-C0FCDC320C8C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588D3-CEF2-4984-8FAC-7BA74519EB41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A9D9B-6CBE-4855-90D6-E7A878575B22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Schedule modification (Vlad)</a:t>
          </a:r>
          <a:endParaRPr lang="en-US" sz="1900" kern="1200"/>
        </a:p>
      </dsp:txBody>
      <dsp:txXfrm>
        <a:off x="1074268" y="3492250"/>
        <a:ext cx="5170996" cy="930102"/>
      </dsp:txXfrm>
    </dsp:sp>
    <dsp:sp modelId="{380457FA-1E6B-4368-9D26-1692EE271ECC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04BC7-F19C-415F-9955-160927CFBA38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B6D7F-00A8-41B4-ACFB-F9D09408D160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Statistical reports (Martin)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739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320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1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994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93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746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904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296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260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94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257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7392E-8B25-4FEE-BC9A-FEAD6301AB7B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60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yembe-martin/software_architecture_schedule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86911C-2CCD-D470-66A5-804A83051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3F01D32-8A9C-C647-2C43-123D05BD1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2CF9D3-B2A0-7DC2-9CDE-8050F128E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175A76-0630-56C2-DB21-EDA701BD2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B21B4B-822A-97C5-C37B-1A12FF518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6DACB2B-2C53-8A41-6619-064322CCC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A02BA3-9528-5D35-C1C7-21472ECCF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64E728B-6294-839F-4447-B3F260C6A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2441E7-A425-64CE-7566-42264A827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Nadpis 1">
            <a:extLst>
              <a:ext uri="{FF2B5EF4-FFF2-40B4-BE49-F238E27FC236}">
                <a16:creationId xmlns:a16="http://schemas.microsoft.com/office/drawing/2014/main" id="{56BE7569-FA21-F9EA-C66C-525839711E1D}"/>
              </a:ext>
            </a:extLst>
          </p:cNvPr>
          <p:cNvSpPr txBox="1">
            <a:spLocks/>
          </p:cNvSpPr>
          <p:nvPr/>
        </p:nvSpPr>
        <p:spPr>
          <a:xfrm>
            <a:off x="640080" y="1243013"/>
            <a:ext cx="385572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>
                <a:solidFill>
                  <a:schemeClr val="tx2"/>
                </a:solidFill>
              </a:rPr>
              <a:t>Schedules 1</a:t>
            </a:r>
            <a:endParaRPr lang="en-US" sz="4800" b="1" dirty="0">
              <a:solidFill>
                <a:schemeClr val="tx2"/>
              </a:solidFill>
            </a:endParaRPr>
          </a:p>
        </p:txBody>
      </p:sp>
      <p:sp>
        <p:nvSpPr>
          <p:cNvPr id="16" name="Podnadpis 2">
            <a:extLst>
              <a:ext uri="{FF2B5EF4-FFF2-40B4-BE49-F238E27FC236}">
                <a16:creationId xmlns:a16="http://schemas.microsoft.com/office/drawing/2014/main" id="{385E5535-02BA-9674-A935-6A06C5E39476}"/>
              </a:ext>
            </a:extLst>
          </p:cNvPr>
          <p:cNvSpPr txBox="1">
            <a:spLocks/>
          </p:cNvSpPr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>
                <a:solidFill>
                  <a:schemeClr val="tx2"/>
                </a:solidFill>
              </a:rPr>
              <a:t>Team members</a:t>
            </a:r>
            <a:r>
              <a:rPr lang="en-US" sz="1800">
                <a:solidFill>
                  <a:schemeClr val="tx2"/>
                </a:solidFill>
              </a:rPr>
              <a:t>: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Martin Mayembe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Vladyslav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Valentyn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Yash Mange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2"/>
                </a:solidFill>
              </a:rPr>
              <a:t>Iker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97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A9159ECD-0F1E-433A-29E6-2B4985E4B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548F0-CEFD-0C50-4983-566B46D47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934E0-AE3C-7EAA-A3CB-0DFB26D2E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525CB2-9592-3B51-7CFB-9E99555C1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CAEF0A3-62B9-E90B-D858-3B4E41F67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27BFD6-0DF0-2B25-139E-E0CA6CB3A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5C95A26-B59B-7B6D-2988-7D4696EA6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063A69C-E77A-42DC-C7E0-DFF729884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31E987-9811-6418-3F10-A8C5156CF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D493E18-1003-1D47-1F13-0DCD3B0370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93842D9-1A0F-6A90-84C0-7CA3F93A4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C6744EE7-3253-BF67-522F-11B7F9424D83}"/>
              </a:ext>
            </a:extLst>
          </p:cNvPr>
          <p:cNvSpPr txBox="1">
            <a:spLocks/>
          </p:cNvSpPr>
          <p:nvPr/>
        </p:nvSpPr>
        <p:spPr>
          <a:xfrm>
            <a:off x="804672" y="1055098"/>
            <a:ext cx="5760719" cy="4747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chemeClr val="tx2"/>
                </a:solidFill>
              </a:rPr>
              <a:t>Introduction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B27DD2B-DD8D-42FB-6C46-DCBA5D1F2011}"/>
              </a:ext>
            </a:extLst>
          </p:cNvPr>
          <p:cNvSpPr txBox="1">
            <a:spLocks/>
          </p:cNvSpPr>
          <p:nvPr/>
        </p:nvSpPr>
        <p:spPr>
          <a:xfrm>
            <a:off x="4016829" y="1638300"/>
            <a:ext cx="7656059" cy="3581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tx2"/>
                </a:solidFill>
              </a:rPr>
              <a:t>Focused on Schedules part of the system</a:t>
            </a:r>
          </a:p>
          <a:p>
            <a:endParaRPr lang="en-US" sz="2400">
              <a:solidFill>
                <a:schemeClr val="tx2"/>
              </a:solidFill>
            </a:endParaRPr>
          </a:p>
          <a:p>
            <a:r>
              <a:rPr lang="en-US" sz="2400">
                <a:solidFill>
                  <a:schemeClr val="tx2"/>
                </a:solidFill>
              </a:rPr>
              <a:t>Repository: </a:t>
            </a:r>
            <a:r>
              <a:rPr lang="en-US" sz="2400">
                <a:solidFill>
                  <a:schemeClr val="tx2"/>
                </a:solidFill>
                <a:hlinkClick r:id="rId2"/>
              </a:rPr>
              <a:t>https://github.com/mayembe-martin/software_architecture_schedules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30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6B163D-0767-9B1B-AC76-DCB0F1BD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C4D034-6925-ED31-AE10-9CC4F501A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001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E21DFE8-85F9-DE74-813E-13806D95E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A6D936C3-81CD-9DE3-7B32-02DCB137CAD4}"/>
              </a:ext>
            </a:extLst>
          </p:cNvPr>
          <p:cNvSpPr txBox="1">
            <a:spLocks/>
          </p:cNvSpPr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8000" b="1">
                <a:latin typeface="+mn-lt"/>
              </a:rPr>
              <a:t>Core Features</a:t>
            </a:r>
            <a:endParaRPr lang="cs-CZ" sz="8000" b="1" dirty="0">
              <a:latin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520FA8-BDD4-DA15-AFB1-8FD86347C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Zástupný symbol pro obsah 2">
            <a:extLst>
              <a:ext uri="{FF2B5EF4-FFF2-40B4-BE49-F238E27FC236}">
                <a16:creationId xmlns:a16="http://schemas.microsoft.com/office/drawing/2014/main" id="{20227579-6767-A357-7109-D35B5827CF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92648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220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5DFE9-016D-A699-B070-7796E49C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E0E81EA-CDCC-BDEC-B75E-24301CD6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7EC0DE2-9A10-10A1-D3AB-3F97C3BB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Viewing the Timetable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EA1390-585D-2213-E8C1-551EA40A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2669"/>
            <a:ext cx="10334904" cy="45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1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B680D-2346-DDA6-B50C-9D050C79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5B17A5-ADF0-29DA-CDDE-5B7B4E742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A89F61C-67DA-BED6-02B4-3EBD9533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Room Info Description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4FD57-FBC0-1BB8-1E3A-81096CC5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44" y="1545322"/>
            <a:ext cx="8855111" cy="50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6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5998-786D-14F9-6C33-6D10DB5E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FCDB4A-EA76-D74C-E77E-A11D85FE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87C2A9-410E-C863-BF7A-820E4594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Office Hours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59B3E3-153C-407E-8FE3-3BBA417ED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E98A77-2059-900D-BEDE-F3AB1612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12192000" cy="43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2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CB77F-BC70-5664-7722-A350A824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E8417-CC01-2F30-81F2-BDBBBD755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BD57C7-7463-36C3-E213-CDE2F461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Layered Architecture – </a:t>
            </a:r>
            <a:r>
              <a:rPr lang="en-US" sz="5200" dirty="0"/>
              <a:t>Schedule Modification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1C63C-ACAD-A011-90BC-A4C1537B7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00" y="1340805"/>
            <a:ext cx="7822902" cy="53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0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705C36D6-08DA-5A48-A5DB-3E39A25DD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00"/>
                    </a14:imgEffect>
                    <a14:imgEffect>
                      <a14:brightnessContrast brigh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19379"/>
            <a:ext cx="10747376" cy="681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3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C4 model L1 :</a:t>
            </a:r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6" y="1284100"/>
            <a:ext cx="11437667" cy="55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26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C4 Model L2: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30037"/>
            <a:ext cx="12070080" cy="426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94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L3 diagram -</a:t>
            </a:r>
            <a:br>
              <a:rPr lang="en-US" dirty="0"/>
            </a:br>
            <a:r>
              <a:rPr lang="en-US" dirty="0"/>
              <a:t>Statistics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671" y="0"/>
            <a:ext cx="7175329" cy="666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2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5716-B3C7-19F0-1D23-1B3C7A9E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C45884-D71A-C278-2934-0DD665F8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-262083"/>
            <a:ext cx="10515600" cy="1325563"/>
          </a:xfrm>
        </p:spPr>
        <p:txBody>
          <a:bodyPr/>
          <a:lstStyle/>
          <a:p>
            <a:r>
              <a:rPr lang="en-US" dirty="0"/>
              <a:t>L3 Diagram – Viewing Course info</a:t>
            </a:r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78291-FFBC-D3E6-AF11-CB8E527E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3480"/>
            <a:ext cx="7772400" cy="55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52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7EDE3-0F5B-102E-1075-373E0862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33D3A3F-DE7C-C301-BA9A-40CCD22C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670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L3 diagram – Office hours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E2E043D0-5080-A83B-1219-A05981200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51" r="-2" b="-114"/>
          <a:stretch/>
        </p:blipFill>
        <p:spPr>
          <a:xfrm>
            <a:off x="287828" y="840658"/>
            <a:ext cx="5803323" cy="57223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BF5F8E-8772-5A2D-7036-36CC5F7A5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8" b="60"/>
          <a:stretch/>
        </p:blipFill>
        <p:spPr>
          <a:xfrm>
            <a:off x="7092836" y="840658"/>
            <a:ext cx="4459051" cy="60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5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diagram – Office hours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482" y="1322761"/>
            <a:ext cx="10161036" cy="553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diagram(Martin)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5263"/>
            <a:ext cx="12192000" cy="40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8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505821"/>
            <a:ext cx="9144000" cy="2387600"/>
          </a:xfrm>
        </p:spPr>
        <p:txBody>
          <a:bodyPr/>
          <a:lstStyle/>
          <a:p>
            <a:r>
              <a:rPr lang="en-US" dirty="0"/>
              <a:t>Thank you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46151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129</Words>
  <Application>Microsoft Office PowerPoint</Application>
  <PresentationFormat>Widescreen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Motiv Office</vt:lpstr>
      <vt:lpstr>PowerPoint Presentation</vt:lpstr>
      <vt:lpstr>PowerPoint Presentation</vt:lpstr>
      <vt:lpstr>PowerPoint Presentation</vt:lpstr>
      <vt:lpstr>Layered Architecture – Viewing the Timetable</vt:lpstr>
      <vt:lpstr>Layered Architecture – Room Info Description</vt:lpstr>
      <vt:lpstr>Layered Architecture – Office Hours</vt:lpstr>
      <vt:lpstr>Layered Architecture – Schedule Modification</vt:lpstr>
      <vt:lpstr>PowerPoint Presentation</vt:lpstr>
      <vt:lpstr>C4 model L1 :</vt:lpstr>
      <vt:lpstr>C4 Model L2:</vt:lpstr>
      <vt:lpstr>L3 diagram - Statistics</vt:lpstr>
      <vt:lpstr>L3 Diagram – Viewing Course info</vt:lpstr>
      <vt:lpstr>L3 diagram – Office hours</vt:lpstr>
      <vt:lpstr>Dynamic diagram – Office hours</vt:lpstr>
      <vt:lpstr>Deployment diagram(Martin)</vt:lpstr>
      <vt:lpstr>Thank you</vt:lpstr>
    </vt:vector>
  </TitlesOfParts>
  <Company>MFF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Schedules 1</dc:title>
  <dc:creator>student</dc:creator>
  <cp:lastModifiedBy>Valentyn Kornilov</cp:lastModifiedBy>
  <cp:revision>7</cp:revision>
  <dcterms:created xsi:type="dcterms:W3CDTF">2025-11-24T10:35:05Z</dcterms:created>
  <dcterms:modified xsi:type="dcterms:W3CDTF">2025-11-27T11:36:37Z</dcterms:modified>
</cp:coreProperties>
</file>