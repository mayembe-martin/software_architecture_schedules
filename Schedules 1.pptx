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67" r:id="rId4"/>
    <p:sldId id="268" r:id="rId5"/>
    <p:sldId id="260" r:id="rId6"/>
    <p:sldId id="257" r:id="rId7"/>
    <p:sldId id="258" r:id="rId8"/>
    <p:sldId id="259" r:id="rId9"/>
    <p:sldId id="264" r:id="rId10"/>
    <p:sldId id="263" r:id="rId11"/>
    <p:sldId id="265" r:id="rId12"/>
    <p:sldId id="262" r:id="rId13"/>
    <p:sldId id="261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9" d="100"/>
          <a:sy n="59" d="100"/>
        </p:scale>
        <p:origin x="5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9F958C4-222C-49ED-AB97-76754D3F67B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484819-92D8-44E5-BC57-37533ADC78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Viewing the timetable (Valentyn)</a:t>
          </a:r>
          <a:endParaRPr lang="en-US"/>
        </a:p>
      </dgm:t>
    </dgm:pt>
    <dgm:pt modelId="{2066CF88-AE22-4763-96ED-C80E8CE6F9D6}" type="parTrans" cxnId="{998AC258-F9FE-41C3-A35A-D7A55357DE91}">
      <dgm:prSet/>
      <dgm:spPr/>
      <dgm:t>
        <a:bodyPr/>
        <a:lstStyle/>
        <a:p>
          <a:endParaRPr lang="en-US"/>
        </a:p>
      </dgm:t>
    </dgm:pt>
    <dgm:pt modelId="{EF36E7D1-EBC4-4AC0-95EB-BCBEA160C21F}" type="sibTrans" cxnId="{998AC258-F9FE-41C3-A35A-D7A55357DE91}">
      <dgm:prSet/>
      <dgm:spPr/>
      <dgm:t>
        <a:bodyPr/>
        <a:lstStyle/>
        <a:p>
          <a:endParaRPr lang="en-US"/>
        </a:p>
      </dgm:t>
    </dgm:pt>
    <dgm:pt modelId="{EB73FB50-BEBD-40B7-AFE3-148F3BEFCE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Viewing the course info (Yash)</a:t>
          </a:r>
          <a:endParaRPr lang="en-US"/>
        </a:p>
      </dgm:t>
    </dgm:pt>
    <dgm:pt modelId="{15A4BD16-24F2-4A2F-902A-781745DF490C}" type="parTrans" cxnId="{29E92FAD-90C4-4194-8E39-4DDAE63967A1}">
      <dgm:prSet/>
      <dgm:spPr/>
      <dgm:t>
        <a:bodyPr/>
        <a:lstStyle/>
        <a:p>
          <a:endParaRPr lang="en-US"/>
        </a:p>
      </dgm:t>
    </dgm:pt>
    <dgm:pt modelId="{221B6655-653B-4CB5-A6B1-3750524C24A7}" type="sibTrans" cxnId="{29E92FAD-90C4-4194-8E39-4DDAE63967A1}">
      <dgm:prSet/>
      <dgm:spPr/>
      <dgm:t>
        <a:bodyPr/>
        <a:lstStyle/>
        <a:p>
          <a:endParaRPr lang="en-US"/>
        </a:p>
      </dgm:t>
    </dgm:pt>
    <dgm:pt modelId="{921A1B84-AAE7-4DDC-AC46-13AE9F39A1A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Viewing the teacher info – office hours (Iker)</a:t>
          </a:r>
          <a:endParaRPr lang="en-US"/>
        </a:p>
      </dgm:t>
    </dgm:pt>
    <dgm:pt modelId="{571F520B-8594-4141-BECD-F7449C9AA4D0}" type="parTrans" cxnId="{DC59BF4D-4A01-43BB-AD7A-58BEE88076D8}">
      <dgm:prSet/>
      <dgm:spPr/>
      <dgm:t>
        <a:bodyPr/>
        <a:lstStyle/>
        <a:p>
          <a:endParaRPr lang="en-US"/>
        </a:p>
      </dgm:t>
    </dgm:pt>
    <dgm:pt modelId="{F5E54EAC-9461-499F-BE9F-A1F7E383152C}" type="sibTrans" cxnId="{DC59BF4D-4A01-43BB-AD7A-58BEE88076D8}">
      <dgm:prSet/>
      <dgm:spPr/>
      <dgm:t>
        <a:bodyPr/>
        <a:lstStyle/>
        <a:p>
          <a:endParaRPr lang="en-US"/>
        </a:p>
      </dgm:t>
    </dgm:pt>
    <dgm:pt modelId="{763822E9-D5DE-43D1-B31F-4CC7F630C1B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Schedule modification (Vlad)</a:t>
          </a:r>
          <a:endParaRPr lang="en-US"/>
        </a:p>
      </dgm:t>
    </dgm:pt>
    <dgm:pt modelId="{FEC22687-CA67-4C1E-BB2B-AAAAAEE5C20F}" type="parTrans" cxnId="{E1BB0EE0-3111-45DA-B94E-CE8B488D603F}">
      <dgm:prSet/>
      <dgm:spPr/>
      <dgm:t>
        <a:bodyPr/>
        <a:lstStyle/>
        <a:p>
          <a:endParaRPr lang="en-US"/>
        </a:p>
      </dgm:t>
    </dgm:pt>
    <dgm:pt modelId="{3B25044F-6DD2-4DC5-96CD-8C899284CD9A}" type="sibTrans" cxnId="{E1BB0EE0-3111-45DA-B94E-CE8B488D603F}">
      <dgm:prSet/>
      <dgm:spPr/>
      <dgm:t>
        <a:bodyPr/>
        <a:lstStyle/>
        <a:p>
          <a:endParaRPr lang="en-US"/>
        </a:p>
      </dgm:t>
    </dgm:pt>
    <dgm:pt modelId="{C8B6926E-75D5-4C84-AB7C-28EE7CDBC9D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Statistical reports (Martin)</a:t>
          </a:r>
          <a:endParaRPr lang="en-US"/>
        </a:p>
      </dgm:t>
    </dgm:pt>
    <dgm:pt modelId="{AE1ED5D2-2BF7-4B1C-A64B-0A7E41EEF854}" type="parTrans" cxnId="{2BC53DC8-7E45-4428-AD95-3152E3888EC9}">
      <dgm:prSet/>
      <dgm:spPr/>
      <dgm:t>
        <a:bodyPr/>
        <a:lstStyle/>
        <a:p>
          <a:endParaRPr lang="en-US"/>
        </a:p>
      </dgm:t>
    </dgm:pt>
    <dgm:pt modelId="{BE1B51DE-3CFF-4CD2-9139-CD6FFC7B7F4D}" type="sibTrans" cxnId="{2BC53DC8-7E45-4428-AD95-3152E3888EC9}">
      <dgm:prSet/>
      <dgm:spPr/>
      <dgm:t>
        <a:bodyPr/>
        <a:lstStyle/>
        <a:p>
          <a:endParaRPr lang="en-US"/>
        </a:p>
      </dgm:t>
    </dgm:pt>
    <dgm:pt modelId="{952802F8-F762-42F0-AF05-931B75E1FB19}" type="pres">
      <dgm:prSet presAssocID="{99F958C4-222C-49ED-AB97-76754D3F67B6}" presName="root" presStyleCnt="0">
        <dgm:presLayoutVars>
          <dgm:dir/>
          <dgm:resizeHandles val="exact"/>
        </dgm:presLayoutVars>
      </dgm:prSet>
      <dgm:spPr/>
    </dgm:pt>
    <dgm:pt modelId="{FC3DA726-3B92-4437-9772-E7B316C68E0B}" type="pres">
      <dgm:prSet presAssocID="{80484819-92D8-44E5-BC57-37533ADC78C1}" presName="compNode" presStyleCnt="0"/>
      <dgm:spPr/>
    </dgm:pt>
    <dgm:pt modelId="{8EDBC30F-2BD9-49BA-9FCB-DD74106D3F0B}" type="pres">
      <dgm:prSet presAssocID="{80484819-92D8-44E5-BC57-37533ADC78C1}" presName="bgRect" presStyleLbl="bgShp" presStyleIdx="0" presStyleCnt="5"/>
      <dgm:spPr/>
    </dgm:pt>
    <dgm:pt modelId="{C3BEB5CE-DDE0-4B2E-A511-B017ED6C4BB1}" type="pres">
      <dgm:prSet presAssocID="{80484819-92D8-44E5-BC57-37533ADC78C1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rection"/>
        </a:ext>
      </dgm:extLst>
    </dgm:pt>
    <dgm:pt modelId="{AF6BCCCB-31A9-4395-B87F-0FC33DAEE6D9}" type="pres">
      <dgm:prSet presAssocID="{80484819-92D8-44E5-BC57-37533ADC78C1}" presName="spaceRect" presStyleCnt="0"/>
      <dgm:spPr/>
    </dgm:pt>
    <dgm:pt modelId="{2EA55C0B-DC23-46D5-9667-AAF2FFCC0265}" type="pres">
      <dgm:prSet presAssocID="{80484819-92D8-44E5-BC57-37533ADC78C1}" presName="parTx" presStyleLbl="revTx" presStyleIdx="0" presStyleCnt="5">
        <dgm:presLayoutVars>
          <dgm:chMax val="0"/>
          <dgm:chPref val="0"/>
        </dgm:presLayoutVars>
      </dgm:prSet>
      <dgm:spPr/>
    </dgm:pt>
    <dgm:pt modelId="{E3FD32AD-819E-4108-A6B7-A88EBF9C02F9}" type="pres">
      <dgm:prSet presAssocID="{EF36E7D1-EBC4-4AC0-95EB-BCBEA160C21F}" presName="sibTrans" presStyleCnt="0"/>
      <dgm:spPr/>
    </dgm:pt>
    <dgm:pt modelId="{2A5AA50E-9AAD-45A7-BBD8-53AB3081936F}" type="pres">
      <dgm:prSet presAssocID="{EB73FB50-BEBD-40B7-AFE3-148F3BEFCE4F}" presName="compNode" presStyleCnt="0"/>
      <dgm:spPr/>
    </dgm:pt>
    <dgm:pt modelId="{D71ED725-44AE-44FF-BE25-C90E27257EC8}" type="pres">
      <dgm:prSet presAssocID="{EB73FB50-BEBD-40B7-AFE3-148F3BEFCE4F}" presName="bgRect" presStyleLbl="bgShp" presStyleIdx="1" presStyleCnt="5"/>
      <dgm:spPr/>
    </dgm:pt>
    <dgm:pt modelId="{3B8683F7-8363-4E3F-9C98-0585F487A31B}" type="pres">
      <dgm:prSet presAssocID="{EB73FB50-BEBD-40B7-AFE3-148F3BEFCE4F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jector screen"/>
        </a:ext>
      </dgm:extLst>
    </dgm:pt>
    <dgm:pt modelId="{3F580F43-87E2-45EF-850B-891DD4B5C764}" type="pres">
      <dgm:prSet presAssocID="{EB73FB50-BEBD-40B7-AFE3-148F3BEFCE4F}" presName="spaceRect" presStyleCnt="0"/>
      <dgm:spPr/>
    </dgm:pt>
    <dgm:pt modelId="{87EFD29E-CAE0-48CB-9CB8-115EC684E5B4}" type="pres">
      <dgm:prSet presAssocID="{EB73FB50-BEBD-40B7-AFE3-148F3BEFCE4F}" presName="parTx" presStyleLbl="revTx" presStyleIdx="1" presStyleCnt="5">
        <dgm:presLayoutVars>
          <dgm:chMax val="0"/>
          <dgm:chPref val="0"/>
        </dgm:presLayoutVars>
      </dgm:prSet>
      <dgm:spPr/>
    </dgm:pt>
    <dgm:pt modelId="{BE17C1C7-612F-465C-B945-31AC5700CA8E}" type="pres">
      <dgm:prSet presAssocID="{221B6655-653B-4CB5-A6B1-3750524C24A7}" presName="sibTrans" presStyleCnt="0"/>
      <dgm:spPr/>
    </dgm:pt>
    <dgm:pt modelId="{98DA8180-0F37-43D6-AFD2-287EDD56D034}" type="pres">
      <dgm:prSet presAssocID="{921A1B84-AAE7-4DDC-AC46-13AE9F39A1AF}" presName="compNode" presStyleCnt="0"/>
      <dgm:spPr/>
    </dgm:pt>
    <dgm:pt modelId="{5570BC56-6F6E-4AB5-8305-2D76DC29FDA6}" type="pres">
      <dgm:prSet presAssocID="{921A1B84-AAE7-4DDC-AC46-13AE9F39A1AF}" presName="bgRect" presStyleLbl="bgShp" presStyleIdx="2" presStyleCnt="5"/>
      <dgm:spPr/>
    </dgm:pt>
    <dgm:pt modelId="{000554BA-26F3-42A1-985E-84FF401BA585}" type="pres">
      <dgm:prSet presAssocID="{921A1B84-AAE7-4DDC-AC46-13AE9F39A1AF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fessor"/>
        </a:ext>
      </dgm:extLst>
    </dgm:pt>
    <dgm:pt modelId="{F899B50C-076A-475B-B0BE-863A11A2F11C}" type="pres">
      <dgm:prSet presAssocID="{921A1B84-AAE7-4DDC-AC46-13AE9F39A1AF}" presName="spaceRect" presStyleCnt="0"/>
      <dgm:spPr/>
    </dgm:pt>
    <dgm:pt modelId="{3B717BED-1285-452B-AD47-BD4B9A8F5169}" type="pres">
      <dgm:prSet presAssocID="{921A1B84-AAE7-4DDC-AC46-13AE9F39A1AF}" presName="parTx" presStyleLbl="revTx" presStyleIdx="2" presStyleCnt="5">
        <dgm:presLayoutVars>
          <dgm:chMax val="0"/>
          <dgm:chPref val="0"/>
        </dgm:presLayoutVars>
      </dgm:prSet>
      <dgm:spPr/>
    </dgm:pt>
    <dgm:pt modelId="{7D867920-3968-4910-8E9D-E053829BC7E7}" type="pres">
      <dgm:prSet presAssocID="{F5E54EAC-9461-499F-BE9F-A1F7E383152C}" presName="sibTrans" presStyleCnt="0"/>
      <dgm:spPr/>
    </dgm:pt>
    <dgm:pt modelId="{0924B796-B376-4479-87A5-B619151849ED}" type="pres">
      <dgm:prSet presAssocID="{763822E9-D5DE-43D1-B31F-4CC7F630C1B5}" presName="compNode" presStyleCnt="0"/>
      <dgm:spPr/>
    </dgm:pt>
    <dgm:pt modelId="{EBE636AA-5443-455D-90B4-C0FCDC320C8C}" type="pres">
      <dgm:prSet presAssocID="{763822E9-D5DE-43D1-B31F-4CC7F630C1B5}" presName="bgRect" presStyleLbl="bgShp" presStyleIdx="3" presStyleCnt="5"/>
      <dgm:spPr/>
    </dgm:pt>
    <dgm:pt modelId="{AD1588D3-CEF2-4984-8FAC-7BA74519EB41}" type="pres">
      <dgm:prSet presAssocID="{763822E9-D5DE-43D1-B31F-4CC7F630C1B5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F9D75018-0FCC-49BF-AF2C-71D49B5EFFCA}" type="pres">
      <dgm:prSet presAssocID="{763822E9-D5DE-43D1-B31F-4CC7F630C1B5}" presName="spaceRect" presStyleCnt="0"/>
      <dgm:spPr/>
    </dgm:pt>
    <dgm:pt modelId="{D20A9D9B-6CBE-4855-90D6-E7A878575B22}" type="pres">
      <dgm:prSet presAssocID="{763822E9-D5DE-43D1-B31F-4CC7F630C1B5}" presName="parTx" presStyleLbl="revTx" presStyleIdx="3" presStyleCnt="5">
        <dgm:presLayoutVars>
          <dgm:chMax val="0"/>
          <dgm:chPref val="0"/>
        </dgm:presLayoutVars>
      </dgm:prSet>
      <dgm:spPr/>
    </dgm:pt>
    <dgm:pt modelId="{0994EFB8-0E87-46A0-9189-14C89E224EFC}" type="pres">
      <dgm:prSet presAssocID="{3B25044F-6DD2-4DC5-96CD-8C899284CD9A}" presName="sibTrans" presStyleCnt="0"/>
      <dgm:spPr/>
    </dgm:pt>
    <dgm:pt modelId="{D83E242A-4AD8-4B1C-BEC9-2E16BBC253D7}" type="pres">
      <dgm:prSet presAssocID="{C8B6926E-75D5-4C84-AB7C-28EE7CDBC9D8}" presName="compNode" presStyleCnt="0"/>
      <dgm:spPr/>
    </dgm:pt>
    <dgm:pt modelId="{380457FA-1E6B-4368-9D26-1692EE271ECC}" type="pres">
      <dgm:prSet presAssocID="{C8B6926E-75D5-4C84-AB7C-28EE7CDBC9D8}" presName="bgRect" presStyleLbl="bgShp" presStyleIdx="4" presStyleCnt="5"/>
      <dgm:spPr/>
    </dgm:pt>
    <dgm:pt modelId="{E8D04BC7-F19C-415F-9955-160927CFBA38}" type="pres">
      <dgm:prSet presAssocID="{C8B6926E-75D5-4C84-AB7C-28EE7CDBC9D8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ie chart"/>
        </a:ext>
      </dgm:extLst>
    </dgm:pt>
    <dgm:pt modelId="{EE4FF7DA-50D7-4377-919E-E82E5C451BF2}" type="pres">
      <dgm:prSet presAssocID="{C8B6926E-75D5-4C84-AB7C-28EE7CDBC9D8}" presName="spaceRect" presStyleCnt="0"/>
      <dgm:spPr/>
    </dgm:pt>
    <dgm:pt modelId="{3BCB6D7F-00A8-41B4-ACFB-F9D09408D160}" type="pres">
      <dgm:prSet presAssocID="{C8B6926E-75D5-4C84-AB7C-28EE7CDBC9D8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23A23109-294F-4227-A365-4463E1F583D7}" type="presOf" srcId="{763822E9-D5DE-43D1-B31F-4CC7F630C1B5}" destId="{D20A9D9B-6CBE-4855-90D6-E7A878575B22}" srcOrd="0" destOrd="0" presId="urn:microsoft.com/office/officeart/2018/2/layout/IconVerticalSolidList"/>
    <dgm:cxn modelId="{B37AD41A-A4D4-4560-9627-79F61B68B0E2}" type="presOf" srcId="{C8B6926E-75D5-4C84-AB7C-28EE7CDBC9D8}" destId="{3BCB6D7F-00A8-41B4-ACFB-F9D09408D160}" srcOrd="0" destOrd="0" presId="urn:microsoft.com/office/officeart/2018/2/layout/IconVerticalSolidList"/>
    <dgm:cxn modelId="{CD11491E-01C7-40E7-9CD0-A703AF9CE2C6}" type="presOf" srcId="{EB73FB50-BEBD-40B7-AFE3-148F3BEFCE4F}" destId="{87EFD29E-CAE0-48CB-9CB8-115EC684E5B4}" srcOrd="0" destOrd="0" presId="urn:microsoft.com/office/officeart/2018/2/layout/IconVerticalSolidList"/>
    <dgm:cxn modelId="{8CB66D5F-2DA9-463A-98B6-9A37E8BBEE58}" type="presOf" srcId="{99F958C4-222C-49ED-AB97-76754D3F67B6}" destId="{952802F8-F762-42F0-AF05-931B75E1FB19}" srcOrd="0" destOrd="0" presId="urn:microsoft.com/office/officeart/2018/2/layout/IconVerticalSolidList"/>
    <dgm:cxn modelId="{DC59BF4D-4A01-43BB-AD7A-58BEE88076D8}" srcId="{99F958C4-222C-49ED-AB97-76754D3F67B6}" destId="{921A1B84-AAE7-4DDC-AC46-13AE9F39A1AF}" srcOrd="2" destOrd="0" parTransId="{571F520B-8594-4141-BECD-F7449C9AA4D0}" sibTransId="{F5E54EAC-9461-499F-BE9F-A1F7E383152C}"/>
    <dgm:cxn modelId="{998AC258-F9FE-41C3-A35A-D7A55357DE91}" srcId="{99F958C4-222C-49ED-AB97-76754D3F67B6}" destId="{80484819-92D8-44E5-BC57-37533ADC78C1}" srcOrd="0" destOrd="0" parTransId="{2066CF88-AE22-4763-96ED-C80E8CE6F9D6}" sibTransId="{EF36E7D1-EBC4-4AC0-95EB-BCBEA160C21F}"/>
    <dgm:cxn modelId="{29E92FAD-90C4-4194-8E39-4DDAE63967A1}" srcId="{99F958C4-222C-49ED-AB97-76754D3F67B6}" destId="{EB73FB50-BEBD-40B7-AFE3-148F3BEFCE4F}" srcOrd="1" destOrd="0" parTransId="{15A4BD16-24F2-4A2F-902A-781745DF490C}" sibTransId="{221B6655-653B-4CB5-A6B1-3750524C24A7}"/>
    <dgm:cxn modelId="{7E2C5CBB-2152-4815-8690-88636EBFF897}" type="presOf" srcId="{80484819-92D8-44E5-BC57-37533ADC78C1}" destId="{2EA55C0B-DC23-46D5-9667-AAF2FFCC0265}" srcOrd="0" destOrd="0" presId="urn:microsoft.com/office/officeart/2018/2/layout/IconVerticalSolidList"/>
    <dgm:cxn modelId="{2BC53DC8-7E45-4428-AD95-3152E3888EC9}" srcId="{99F958C4-222C-49ED-AB97-76754D3F67B6}" destId="{C8B6926E-75D5-4C84-AB7C-28EE7CDBC9D8}" srcOrd="4" destOrd="0" parTransId="{AE1ED5D2-2BF7-4B1C-A64B-0A7E41EEF854}" sibTransId="{BE1B51DE-3CFF-4CD2-9139-CD6FFC7B7F4D}"/>
    <dgm:cxn modelId="{E1BB0EE0-3111-45DA-B94E-CE8B488D603F}" srcId="{99F958C4-222C-49ED-AB97-76754D3F67B6}" destId="{763822E9-D5DE-43D1-B31F-4CC7F630C1B5}" srcOrd="3" destOrd="0" parTransId="{FEC22687-CA67-4C1E-BB2B-AAAAAEE5C20F}" sibTransId="{3B25044F-6DD2-4DC5-96CD-8C899284CD9A}"/>
    <dgm:cxn modelId="{6FB20FEA-BEDD-425F-B277-DC03011ECC6E}" type="presOf" srcId="{921A1B84-AAE7-4DDC-AC46-13AE9F39A1AF}" destId="{3B717BED-1285-452B-AD47-BD4B9A8F5169}" srcOrd="0" destOrd="0" presId="urn:microsoft.com/office/officeart/2018/2/layout/IconVerticalSolidList"/>
    <dgm:cxn modelId="{BEB4AE47-4953-401E-8EA5-70FA25C712AF}" type="presParOf" srcId="{952802F8-F762-42F0-AF05-931B75E1FB19}" destId="{FC3DA726-3B92-4437-9772-E7B316C68E0B}" srcOrd="0" destOrd="0" presId="urn:microsoft.com/office/officeart/2018/2/layout/IconVerticalSolidList"/>
    <dgm:cxn modelId="{EAD7249D-E276-436C-BD55-928E23C29AAC}" type="presParOf" srcId="{FC3DA726-3B92-4437-9772-E7B316C68E0B}" destId="{8EDBC30F-2BD9-49BA-9FCB-DD74106D3F0B}" srcOrd="0" destOrd="0" presId="urn:microsoft.com/office/officeart/2018/2/layout/IconVerticalSolidList"/>
    <dgm:cxn modelId="{9F8BDC1D-F448-4FEE-9366-AAAC62B5DE8A}" type="presParOf" srcId="{FC3DA726-3B92-4437-9772-E7B316C68E0B}" destId="{C3BEB5CE-DDE0-4B2E-A511-B017ED6C4BB1}" srcOrd="1" destOrd="0" presId="urn:microsoft.com/office/officeart/2018/2/layout/IconVerticalSolidList"/>
    <dgm:cxn modelId="{BA80B6B1-1BB4-49EB-AA16-5FE82C4D53DD}" type="presParOf" srcId="{FC3DA726-3B92-4437-9772-E7B316C68E0B}" destId="{AF6BCCCB-31A9-4395-B87F-0FC33DAEE6D9}" srcOrd="2" destOrd="0" presId="urn:microsoft.com/office/officeart/2018/2/layout/IconVerticalSolidList"/>
    <dgm:cxn modelId="{BA1D0A07-709F-43E9-B7CB-1C96055FBF71}" type="presParOf" srcId="{FC3DA726-3B92-4437-9772-E7B316C68E0B}" destId="{2EA55C0B-DC23-46D5-9667-AAF2FFCC0265}" srcOrd="3" destOrd="0" presId="urn:microsoft.com/office/officeart/2018/2/layout/IconVerticalSolidList"/>
    <dgm:cxn modelId="{2A23FCBE-3290-4463-816F-C563430FBC5A}" type="presParOf" srcId="{952802F8-F762-42F0-AF05-931B75E1FB19}" destId="{E3FD32AD-819E-4108-A6B7-A88EBF9C02F9}" srcOrd="1" destOrd="0" presId="urn:microsoft.com/office/officeart/2018/2/layout/IconVerticalSolidList"/>
    <dgm:cxn modelId="{CD956FE2-F133-4123-A142-357198FC6D6D}" type="presParOf" srcId="{952802F8-F762-42F0-AF05-931B75E1FB19}" destId="{2A5AA50E-9AAD-45A7-BBD8-53AB3081936F}" srcOrd="2" destOrd="0" presId="urn:microsoft.com/office/officeart/2018/2/layout/IconVerticalSolidList"/>
    <dgm:cxn modelId="{9613DC69-860E-447B-8CF4-AB90C782A1B0}" type="presParOf" srcId="{2A5AA50E-9AAD-45A7-BBD8-53AB3081936F}" destId="{D71ED725-44AE-44FF-BE25-C90E27257EC8}" srcOrd="0" destOrd="0" presId="urn:microsoft.com/office/officeart/2018/2/layout/IconVerticalSolidList"/>
    <dgm:cxn modelId="{67BE9544-FCAE-4C59-8295-94031ADBAE47}" type="presParOf" srcId="{2A5AA50E-9AAD-45A7-BBD8-53AB3081936F}" destId="{3B8683F7-8363-4E3F-9C98-0585F487A31B}" srcOrd="1" destOrd="0" presId="urn:microsoft.com/office/officeart/2018/2/layout/IconVerticalSolidList"/>
    <dgm:cxn modelId="{A0CF03A3-972E-4F57-B243-A2975F98E4FA}" type="presParOf" srcId="{2A5AA50E-9AAD-45A7-BBD8-53AB3081936F}" destId="{3F580F43-87E2-45EF-850B-891DD4B5C764}" srcOrd="2" destOrd="0" presId="urn:microsoft.com/office/officeart/2018/2/layout/IconVerticalSolidList"/>
    <dgm:cxn modelId="{3C480DF5-78DE-42F2-ACF5-8F3451DE4CB7}" type="presParOf" srcId="{2A5AA50E-9AAD-45A7-BBD8-53AB3081936F}" destId="{87EFD29E-CAE0-48CB-9CB8-115EC684E5B4}" srcOrd="3" destOrd="0" presId="urn:microsoft.com/office/officeart/2018/2/layout/IconVerticalSolidList"/>
    <dgm:cxn modelId="{F297B6B2-3E14-4CAF-8D34-2BDAF1BBABAC}" type="presParOf" srcId="{952802F8-F762-42F0-AF05-931B75E1FB19}" destId="{BE17C1C7-612F-465C-B945-31AC5700CA8E}" srcOrd="3" destOrd="0" presId="urn:microsoft.com/office/officeart/2018/2/layout/IconVerticalSolidList"/>
    <dgm:cxn modelId="{5636B9C2-F30F-4AFC-979F-D3DB4A89878C}" type="presParOf" srcId="{952802F8-F762-42F0-AF05-931B75E1FB19}" destId="{98DA8180-0F37-43D6-AFD2-287EDD56D034}" srcOrd="4" destOrd="0" presId="urn:microsoft.com/office/officeart/2018/2/layout/IconVerticalSolidList"/>
    <dgm:cxn modelId="{EDB44F10-7526-4205-847D-ED91A6282C46}" type="presParOf" srcId="{98DA8180-0F37-43D6-AFD2-287EDD56D034}" destId="{5570BC56-6F6E-4AB5-8305-2D76DC29FDA6}" srcOrd="0" destOrd="0" presId="urn:microsoft.com/office/officeart/2018/2/layout/IconVerticalSolidList"/>
    <dgm:cxn modelId="{124D4C8B-6BAA-4C0C-BF79-9302427E20D9}" type="presParOf" srcId="{98DA8180-0F37-43D6-AFD2-287EDD56D034}" destId="{000554BA-26F3-42A1-985E-84FF401BA585}" srcOrd="1" destOrd="0" presId="urn:microsoft.com/office/officeart/2018/2/layout/IconVerticalSolidList"/>
    <dgm:cxn modelId="{64BDBB17-F66A-42D9-A191-25C5F3591FAA}" type="presParOf" srcId="{98DA8180-0F37-43D6-AFD2-287EDD56D034}" destId="{F899B50C-076A-475B-B0BE-863A11A2F11C}" srcOrd="2" destOrd="0" presId="urn:microsoft.com/office/officeart/2018/2/layout/IconVerticalSolidList"/>
    <dgm:cxn modelId="{B1946E1F-0EC2-441F-AD93-45F6F79360C4}" type="presParOf" srcId="{98DA8180-0F37-43D6-AFD2-287EDD56D034}" destId="{3B717BED-1285-452B-AD47-BD4B9A8F5169}" srcOrd="3" destOrd="0" presId="urn:microsoft.com/office/officeart/2018/2/layout/IconVerticalSolidList"/>
    <dgm:cxn modelId="{1B9C1768-CFAC-4BEE-947B-448954A2F974}" type="presParOf" srcId="{952802F8-F762-42F0-AF05-931B75E1FB19}" destId="{7D867920-3968-4910-8E9D-E053829BC7E7}" srcOrd="5" destOrd="0" presId="urn:microsoft.com/office/officeart/2018/2/layout/IconVerticalSolidList"/>
    <dgm:cxn modelId="{1C8CC81D-37FF-4727-827B-215C043F4B36}" type="presParOf" srcId="{952802F8-F762-42F0-AF05-931B75E1FB19}" destId="{0924B796-B376-4479-87A5-B619151849ED}" srcOrd="6" destOrd="0" presId="urn:microsoft.com/office/officeart/2018/2/layout/IconVerticalSolidList"/>
    <dgm:cxn modelId="{9CD7498A-1F82-47D4-B41B-EC67DC9F9883}" type="presParOf" srcId="{0924B796-B376-4479-87A5-B619151849ED}" destId="{EBE636AA-5443-455D-90B4-C0FCDC320C8C}" srcOrd="0" destOrd="0" presId="urn:microsoft.com/office/officeart/2018/2/layout/IconVerticalSolidList"/>
    <dgm:cxn modelId="{AEB99E0D-7D14-4E24-B78B-1B1076069352}" type="presParOf" srcId="{0924B796-B376-4479-87A5-B619151849ED}" destId="{AD1588D3-CEF2-4984-8FAC-7BA74519EB41}" srcOrd="1" destOrd="0" presId="urn:microsoft.com/office/officeart/2018/2/layout/IconVerticalSolidList"/>
    <dgm:cxn modelId="{AB1C4F92-FEC2-4F33-B642-9EFE5DF7EDDD}" type="presParOf" srcId="{0924B796-B376-4479-87A5-B619151849ED}" destId="{F9D75018-0FCC-49BF-AF2C-71D49B5EFFCA}" srcOrd="2" destOrd="0" presId="urn:microsoft.com/office/officeart/2018/2/layout/IconVerticalSolidList"/>
    <dgm:cxn modelId="{EA4D0959-A9C9-42C2-A169-D1D3E4E92EFB}" type="presParOf" srcId="{0924B796-B376-4479-87A5-B619151849ED}" destId="{D20A9D9B-6CBE-4855-90D6-E7A878575B22}" srcOrd="3" destOrd="0" presId="urn:microsoft.com/office/officeart/2018/2/layout/IconVerticalSolidList"/>
    <dgm:cxn modelId="{553290DF-D84C-4B4E-BDD0-EACAE4584E05}" type="presParOf" srcId="{952802F8-F762-42F0-AF05-931B75E1FB19}" destId="{0994EFB8-0E87-46A0-9189-14C89E224EFC}" srcOrd="7" destOrd="0" presId="urn:microsoft.com/office/officeart/2018/2/layout/IconVerticalSolidList"/>
    <dgm:cxn modelId="{5F2C6431-AF3D-43BB-AE2F-E4EA12372DDA}" type="presParOf" srcId="{952802F8-F762-42F0-AF05-931B75E1FB19}" destId="{D83E242A-4AD8-4B1C-BEC9-2E16BBC253D7}" srcOrd="8" destOrd="0" presId="urn:microsoft.com/office/officeart/2018/2/layout/IconVerticalSolidList"/>
    <dgm:cxn modelId="{FC6D7318-8D7C-42BF-90E2-6B71FBE008C6}" type="presParOf" srcId="{D83E242A-4AD8-4B1C-BEC9-2E16BBC253D7}" destId="{380457FA-1E6B-4368-9D26-1692EE271ECC}" srcOrd="0" destOrd="0" presId="urn:microsoft.com/office/officeart/2018/2/layout/IconVerticalSolidList"/>
    <dgm:cxn modelId="{5C9F356A-D840-405D-80DD-7FDDBF4F616B}" type="presParOf" srcId="{D83E242A-4AD8-4B1C-BEC9-2E16BBC253D7}" destId="{E8D04BC7-F19C-415F-9955-160927CFBA38}" srcOrd="1" destOrd="0" presId="urn:microsoft.com/office/officeart/2018/2/layout/IconVerticalSolidList"/>
    <dgm:cxn modelId="{9C75773E-8BDE-4076-9A41-B939312589EB}" type="presParOf" srcId="{D83E242A-4AD8-4B1C-BEC9-2E16BBC253D7}" destId="{EE4FF7DA-50D7-4377-919E-E82E5C451BF2}" srcOrd="2" destOrd="0" presId="urn:microsoft.com/office/officeart/2018/2/layout/IconVerticalSolidList"/>
    <dgm:cxn modelId="{9DECFFC4-EFD3-4D7E-B041-94D0309A5BDA}" type="presParOf" srcId="{D83E242A-4AD8-4B1C-BEC9-2E16BBC253D7}" destId="{3BCB6D7F-00A8-41B4-ACFB-F9D09408D16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DBC30F-2BD9-49BA-9FCB-DD74106D3F0B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EB5CE-DDE0-4B2E-A511-B017ED6C4BB1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A55C0B-DC23-46D5-9667-AAF2FFCC0265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Viewing the timetable (Valentyn)</a:t>
          </a:r>
          <a:endParaRPr lang="en-US" sz="1900" kern="1200"/>
        </a:p>
      </dsp:txBody>
      <dsp:txXfrm>
        <a:off x="1074268" y="4366"/>
        <a:ext cx="5170996" cy="930102"/>
      </dsp:txXfrm>
    </dsp:sp>
    <dsp:sp modelId="{D71ED725-44AE-44FF-BE25-C90E27257EC8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B8683F7-8363-4E3F-9C98-0585F487A31B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EFD29E-CAE0-48CB-9CB8-115EC684E5B4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Viewing the course info (Yash)</a:t>
          </a:r>
          <a:endParaRPr lang="en-US" sz="1900" kern="1200"/>
        </a:p>
      </dsp:txBody>
      <dsp:txXfrm>
        <a:off x="1074268" y="1166994"/>
        <a:ext cx="5170996" cy="930102"/>
      </dsp:txXfrm>
    </dsp:sp>
    <dsp:sp modelId="{5570BC56-6F6E-4AB5-8305-2D76DC29FDA6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0554BA-26F3-42A1-985E-84FF401BA585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717BED-1285-452B-AD47-BD4B9A8F5169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Viewing the teacher info – office hours (Iker)</a:t>
          </a:r>
          <a:endParaRPr lang="en-US" sz="1900" kern="1200"/>
        </a:p>
      </dsp:txBody>
      <dsp:txXfrm>
        <a:off x="1074268" y="2329622"/>
        <a:ext cx="5170996" cy="930102"/>
      </dsp:txXfrm>
    </dsp:sp>
    <dsp:sp modelId="{EBE636AA-5443-455D-90B4-C0FCDC320C8C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1588D3-CEF2-4984-8FAC-7BA74519EB41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0A9D9B-6CBE-4855-90D6-E7A878575B22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Schedule modification (Vlad)</a:t>
          </a:r>
          <a:endParaRPr lang="en-US" sz="1900" kern="1200"/>
        </a:p>
      </dsp:txBody>
      <dsp:txXfrm>
        <a:off x="1074268" y="3492250"/>
        <a:ext cx="5170996" cy="930102"/>
      </dsp:txXfrm>
    </dsp:sp>
    <dsp:sp modelId="{380457FA-1E6B-4368-9D26-1692EE271ECC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D04BC7-F19C-415F-9955-160927CFBA38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CB6D7F-00A8-41B4-ACFB-F9D09408D160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Statistical reports (Martin)</a:t>
          </a:r>
          <a:endParaRPr lang="en-US" sz="1900" kern="1200"/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57395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3200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415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89940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9384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97469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79044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92965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2601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69403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42570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7392E-8B25-4FEE-BC9A-FEAD6301AB7B}" type="datetimeFigureOut">
              <a:rPr lang="cs-CZ" smtClean="0"/>
              <a:t>24.11.2025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632909-F848-46C4-A1DA-D7EC428885C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26033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ayembe-martin/software_architecture_schedule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Schedules 1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172200" y="804672"/>
            <a:ext cx="5221224" cy="52303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200" b="1" dirty="0">
                <a:solidFill>
                  <a:schemeClr val="tx2"/>
                </a:solidFill>
              </a:rPr>
              <a:t>Team members</a:t>
            </a:r>
            <a:r>
              <a:rPr lang="en-US" sz="1800" dirty="0">
                <a:solidFill>
                  <a:schemeClr val="tx2"/>
                </a:solidFill>
              </a:rPr>
              <a:t>:</a:t>
            </a:r>
            <a:br>
              <a:rPr lang="en-US" sz="1800" dirty="0">
                <a:solidFill>
                  <a:schemeClr val="tx2"/>
                </a:solidFill>
              </a:rPr>
            </a:br>
            <a:endParaRPr lang="en-US" sz="1800" dirty="0">
              <a:solidFill>
                <a:schemeClr val="tx2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Martin Mayembe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Vladyslav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Valentyn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Yash Mange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</a:rPr>
              <a:t>Iker</a:t>
            </a:r>
          </a:p>
        </p:txBody>
      </p:sp>
    </p:spTree>
    <p:extLst>
      <p:ext uri="{BB962C8B-B14F-4D97-AF65-F5344CB8AC3E}">
        <p14:creationId xmlns:p14="http://schemas.microsoft.com/office/powerpoint/2010/main" val="1220972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56B8A41-80DD-C7DF-5F22-E7D382777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055098"/>
            <a:ext cx="5760719" cy="47478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A9526-55A8-E399-67E2-61903FCE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16829" y="1638300"/>
            <a:ext cx="7656059" cy="3581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Focused on Schedules part of the system</a:t>
            </a:r>
          </a:p>
          <a:p>
            <a:endParaRPr lang="en-US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  <a:p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Repository: </a:t>
            </a:r>
            <a:r>
              <a:rPr lang="en-US" sz="2400" kern="1200" dirty="0">
                <a:solidFill>
                  <a:schemeClr val="tx2"/>
                </a:solidFill>
                <a:latin typeface="+mn-lt"/>
                <a:ea typeface="+mn-ea"/>
                <a:cs typeface="+mn-cs"/>
                <a:hlinkClick r:id="rId2"/>
              </a:rPr>
              <a:t>https://github.com/mayembe-martin/software_architecture_schedules</a:t>
            </a:r>
            <a:endParaRPr lang="en-US" sz="2400" kern="1200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47010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D8DD7-34A6-529A-7478-1FBBA034C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M"/>
          </a:p>
        </p:txBody>
      </p:sp>
      <p:pic>
        <p:nvPicPr>
          <p:cNvPr id="5" name="Content Placeholder 4" descr="A diagram of a schedule editor&#10;&#10;AI-generated content may be incorrect.">
            <a:extLst>
              <a:ext uri="{FF2B5EF4-FFF2-40B4-BE49-F238E27FC236}">
                <a16:creationId xmlns:a16="http://schemas.microsoft.com/office/drawing/2014/main" id="{F9D11C10-6D7C-9E37-5C81-E7203BABA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77" y="0"/>
            <a:ext cx="11624341" cy="6492875"/>
          </a:xfrm>
        </p:spPr>
      </p:pic>
    </p:spTree>
    <p:extLst>
      <p:ext uri="{BB962C8B-B14F-4D97-AF65-F5344CB8AC3E}">
        <p14:creationId xmlns:p14="http://schemas.microsoft.com/office/powerpoint/2010/main" val="1631325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010D6-965D-FA6F-DD7C-F58523A2A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M"/>
          </a:p>
        </p:txBody>
      </p:sp>
      <p:pic>
        <p:nvPicPr>
          <p:cNvPr id="5" name="Content Placeholder 4" descr="A diagram of a data analysis&#10;&#10;AI-generated content may be incorrect.">
            <a:extLst>
              <a:ext uri="{FF2B5EF4-FFF2-40B4-BE49-F238E27FC236}">
                <a16:creationId xmlns:a16="http://schemas.microsoft.com/office/drawing/2014/main" id="{5AA3C05F-68C0-2864-9B2B-2949F837E2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424" y="19379"/>
            <a:ext cx="10747376" cy="6819242"/>
          </a:xfrm>
        </p:spPr>
      </p:pic>
    </p:spTree>
    <p:extLst>
      <p:ext uri="{BB962C8B-B14F-4D97-AF65-F5344CB8AC3E}">
        <p14:creationId xmlns:p14="http://schemas.microsoft.com/office/powerpoint/2010/main" val="3071348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79394" y="1070800"/>
            <a:ext cx="3939688" cy="5583126"/>
          </a:xfrm>
        </p:spPr>
        <p:txBody>
          <a:bodyPr>
            <a:normAutofit/>
          </a:bodyPr>
          <a:lstStyle/>
          <a:p>
            <a:pPr algn="r"/>
            <a:r>
              <a:rPr lang="en-US" sz="8000" b="1">
                <a:latin typeface="+mn-lt"/>
              </a:rPr>
              <a:t>Core Features</a:t>
            </a:r>
            <a:endParaRPr lang="cs-CZ" sz="8000" b="1">
              <a:latin typeface="+mn-lt"/>
            </a:endParaRP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Zástupný symbol pro obsah 2">
            <a:extLst>
              <a:ext uri="{FF2B5EF4-FFF2-40B4-BE49-F238E27FC236}">
                <a16:creationId xmlns:a16="http://schemas.microsoft.com/office/drawing/2014/main" id="{710F5B1D-99DD-6E3F-3C9C-C4516AB4E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6632670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22048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19743" y="142648"/>
            <a:ext cx="4136571" cy="538389"/>
          </a:xfrm>
        </p:spPr>
        <p:txBody>
          <a:bodyPr>
            <a:noAutofit/>
          </a:bodyPr>
          <a:lstStyle/>
          <a:p>
            <a:r>
              <a:rPr lang="en-US" sz="3600" b="1" dirty="0"/>
              <a:t>C4 model L1 :</a:t>
            </a:r>
            <a:endParaRPr lang="cs-CZ" sz="3600" b="1" dirty="0"/>
          </a:p>
        </p:txBody>
      </p:sp>
      <p:sp>
        <p:nvSpPr>
          <p:cNvPr id="5" name="Zástupný symbol pro obsah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6" name="Obrázek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66" y="1214344"/>
            <a:ext cx="11437667" cy="557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526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0" y="0"/>
            <a:ext cx="3135086" cy="810532"/>
          </a:xfrm>
        </p:spPr>
        <p:txBody>
          <a:bodyPr>
            <a:normAutofit/>
          </a:bodyPr>
          <a:lstStyle/>
          <a:p>
            <a:r>
              <a:rPr lang="en-US" sz="3200" b="1" dirty="0"/>
              <a:t>C4 Model L2:</a:t>
            </a:r>
            <a:endParaRPr lang="cs-CZ" sz="3200" b="1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251857"/>
            <a:ext cx="12192001" cy="4341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94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Statistics L3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16671" y="0"/>
            <a:ext cx="7175329" cy="666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7275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08AB5-1089-BA35-8CEA-9F42B0D6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55360"/>
            <a:ext cx="3635829" cy="832303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Course Info L3</a:t>
            </a:r>
            <a:endParaRPr lang="en-ZM" sz="3200" b="1" dirty="0">
              <a:latin typeface="+mn-lt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2A1820-18D0-25E4-3D57-3C532DEB2E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381999"/>
            <a:ext cx="12192000" cy="6476002"/>
          </a:xfrm>
        </p:spPr>
      </p:pic>
    </p:spTree>
    <p:extLst>
      <p:ext uri="{BB962C8B-B14F-4D97-AF65-F5344CB8AC3E}">
        <p14:creationId xmlns:p14="http://schemas.microsoft.com/office/powerpoint/2010/main" val="39877630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Office hours 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02125" y="1825625"/>
            <a:ext cx="79877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2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3483C-F686-AA3F-C5FA-D7DE374BD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M"/>
          </a:p>
        </p:txBody>
      </p:sp>
      <p:pic>
        <p:nvPicPr>
          <p:cNvPr id="5" name="Content Placeholder 4" descr="A diagram of a computer&#10;&#10;AI-generated content may be incorrect.">
            <a:extLst>
              <a:ext uri="{FF2B5EF4-FFF2-40B4-BE49-F238E27FC236}">
                <a16:creationId xmlns:a16="http://schemas.microsoft.com/office/drawing/2014/main" id="{E951876F-ABA9-16DD-BDB3-E0891AD1F8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426"/>
            <a:ext cx="5093208" cy="6898852"/>
          </a:xfrm>
        </p:spPr>
      </p:pic>
      <p:pic>
        <p:nvPicPr>
          <p:cNvPr id="7" name="Picture 6" descr="A diagram of a computer&#10;&#10;AI-generated content may be incorrect.">
            <a:extLst>
              <a:ext uri="{FF2B5EF4-FFF2-40B4-BE49-F238E27FC236}">
                <a16:creationId xmlns:a16="http://schemas.microsoft.com/office/drawing/2014/main" id="{4CB9FCA1-7EA0-7752-4B4A-32C66FE175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6657" y="20426"/>
            <a:ext cx="669957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506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diagram</a:t>
            </a:r>
            <a:endParaRPr lang="cs-CZ" dirty="0"/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996119"/>
            <a:ext cx="12192000" cy="4034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589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2461514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90</Words>
  <Application>Microsoft Office PowerPoint</Application>
  <PresentationFormat>Widescreen</PresentationFormat>
  <Paragraphs>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Motiv Office</vt:lpstr>
      <vt:lpstr>Schedules 1</vt:lpstr>
      <vt:lpstr>Introduction</vt:lpstr>
      <vt:lpstr>PowerPoint Presentation</vt:lpstr>
      <vt:lpstr>PowerPoint Presentation</vt:lpstr>
      <vt:lpstr>Core Features</vt:lpstr>
      <vt:lpstr>C4 model L1 :</vt:lpstr>
      <vt:lpstr>C4 Model L2:</vt:lpstr>
      <vt:lpstr>Statistics L3</vt:lpstr>
      <vt:lpstr>Course Info L3</vt:lpstr>
      <vt:lpstr>Office hours </vt:lpstr>
      <vt:lpstr>PowerPoint Presentation</vt:lpstr>
      <vt:lpstr>Deployment diagram</vt:lpstr>
      <vt:lpstr>Thank you</vt:lpstr>
    </vt:vector>
  </TitlesOfParts>
  <Company>MFF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Schedules 1</dc:title>
  <dc:creator>student</dc:creator>
  <cp:lastModifiedBy>Martin Mayembe</cp:lastModifiedBy>
  <cp:revision>7</cp:revision>
  <dcterms:created xsi:type="dcterms:W3CDTF">2025-11-24T10:35:05Z</dcterms:created>
  <dcterms:modified xsi:type="dcterms:W3CDTF">2025-11-24T12:02:08Z</dcterms:modified>
</cp:coreProperties>
</file>