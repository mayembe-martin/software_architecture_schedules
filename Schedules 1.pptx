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0" r:id="rId3"/>
    <p:sldId id="257" r:id="rId4"/>
    <p:sldId id="258" r:id="rId5"/>
    <p:sldId id="259" r:id="rId6"/>
    <p:sldId id="263" r:id="rId7"/>
    <p:sldId id="262" r:id="rId8"/>
    <p:sldId id="261" r:id="rId9"/>
  </p:sldIdLst>
  <p:sldSz cx="12192000" cy="6858000"/>
  <p:notesSz cx="6858000" cy="9144000"/>
  <p:defaultTextStyle>
    <a:defPPr>
      <a:defRPr lang="cs-CZ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60" d="100"/>
          <a:sy n="60" d="100"/>
        </p:scale>
        <p:origin x="72" y="12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Úvodní sníme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cs-CZ" smtClean="0"/>
              <a:t>Kliknutím lze upravit styl.</a:t>
            </a:r>
            <a:endParaRPr lang="cs-CZ"/>
          </a:p>
        </p:txBody>
      </p:sp>
      <p:sp>
        <p:nvSpPr>
          <p:cNvPr id="3" name="Podnadpis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cs-CZ" smtClean="0"/>
              <a:t>Kliknutím můžete upravit styl předlohy.</a:t>
            </a:r>
            <a:endParaRPr lang="cs-CZ"/>
          </a:p>
        </p:txBody>
      </p:sp>
      <p:sp>
        <p:nvSpPr>
          <p:cNvPr id="4" name="Zástupný symbol pro datum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97392E-8B25-4FEE-BC9A-FEAD6301AB7B}" type="datetimeFigureOut">
              <a:rPr lang="cs-CZ" smtClean="0"/>
              <a:t>24.11.2025</a:t>
            </a:fld>
            <a:endParaRPr lang="cs-CZ"/>
          </a:p>
        </p:txBody>
      </p:sp>
      <p:sp>
        <p:nvSpPr>
          <p:cNvPr id="5" name="Zástupný symbol pro zápatí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6" name="Zástupný symbol pro číslo snímku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632909-F848-46C4-A1DA-D7EC428885C6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4573953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Nadpis a obsa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smtClean="0"/>
              <a:t>Kliknutím lze upravit styl.</a:t>
            </a:r>
            <a:endParaRPr lang="cs-CZ"/>
          </a:p>
        </p:txBody>
      </p:sp>
      <p:sp>
        <p:nvSpPr>
          <p:cNvPr id="3" name="Zástupný symbol pro obsah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cs-CZ" smtClean="0"/>
              <a:t>Upravte styly předlohy textu.</a:t>
            </a:r>
          </a:p>
          <a:p>
            <a:pPr lvl="1"/>
            <a:r>
              <a:rPr lang="cs-CZ" smtClean="0"/>
              <a:t>Druhá úroveň</a:t>
            </a:r>
          </a:p>
          <a:p>
            <a:pPr lvl="2"/>
            <a:r>
              <a:rPr lang="cs-CZ" smtClean="0"/>
              <a:t>Třetí úroveň</a:t>
            </a:r>
          </a:p>
          <a:p>
            <a:pPr lvl="3"/>
            <a:r>
              <a:rPr lang="cs-CZ" smtClean="0"/>
              <a:t>Čtvrtá úroveň</a:t>
            </a:r>
          </a:p>
          <a:p>
            <a:pPr lvl="4"/>
            <a:r>
              <a:rPr lang="cs-CZ" smtClean="0"/>
              <a:t>Pátá úroveň</a:t>
            </a:r>
            <a:endParaRPr lang="cs-CZ"/>
          </a:p>
        </p:txBody>
      </p:sp>
      <p:sp>
        <p:nvSpPr>
          <p:cNvPr id="4" name="Zástupný symbol pro datum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97392E-8B25-4FEE-BC9A-FEAD6301AB7B}" type="datetimeFigureOut">
              <a:rPr lang="cs-CZ" smtClean="0"/>
              <a:t>24.11.2025</a:t>
            </a:fld>
            <a:endParaRPr lang="cs-CZ"/>
          </a:p>
        </p:txBody>
      </p:sp>
      <p:sp>
        <p:nvSpPr>
          <p:cNvPr id="5" name="Zástupný symbol pro zápatí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6" name="Zástupný symbol pro číslo snímku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632909-F848-46C4-A1DA-D7EC428885C6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9632002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Záhlaví čás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cs-CZ" smtClean="0"/>
              <a:t>Kliknutím lze upravit styl.</a:t>
            </a:r>
            <a:endParaRPr lang="cs-CZ"/>
          </a:p>
        </p:txBody>
      </p:sp>
      <p:sp>
        <p:nvSpPr>
          <p:cNvPr id="3" name="Zástupný symbol pro text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cs-CZ" smtClean="0"/>
              <a:t>Upravte styly předlohy textu.</a:t>
            </a:r>
          </a:p>
        </p:txBody>
      </p:sp>
      <p:sp>
        <p:nvSpPr>
          <p:cNvPr id="4" name="Zástupný symbol pro datum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97392E-8B25-4FEE-BC9A-FEAD6301AB7B}" type="datetimeFigureOut">
              <a:rPr lang="cs-CZ" smtClean="0"/>
              <a:t>24.11.2025</a:t>
            </a:fld>
            <a:endParaRPr lang="cs-CZ"/>
          </a:p>
        </p:txBody>
      </p:sp>
      <p:sp>
        <p:nvSpPr>
          <p:cNvPr id="5" name="Zástupný symbol pro zápatí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6" name="Zástupný symbol pro číslo snímku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632909-F848-46C4-A1DA-D7EC428885C6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34153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va obsah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smtClean="0"/>
              <a:t>Kliknutím lze upravit styl.</a:t>
            </a:r>
            <a:endParaRPr lang="cs-CZ"/>
          </a:p>
        </p:txBody>
      </p:sp>
      <p:sp>
        <p:nvSpPr>
          <p:cNvPr id="3" name="Zástupný symbol pro obsah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cs-CZ" smtClean="0"/>
              <a:t>Upravte styly předlohy textu.</a:t>
            </a:r>
          </a:p>
          <a:p>
            <a:pPr lvl="1"/>
            <a:r>
              <a:rPr lang="cs-CZ" smtClean="0"/>
              <a:t>Druhá úroveň</a:t>
            </a:r>
          </a:p>
          <a:p>
            <a:pPr lvl="2"/>
            <a:r>
              <a:rPr lang="cs-CZ" smtClean="0"/>
              <a:t>Třetí úroveň</a:t>
            </a:r>
          </a:p>
          <a:p>
            <a:pPr lvl="3"/>
            <a:r>
              <a:rPr lang="cs-CZ" smtClean="0"/>
              <a:t>Čtvrtá úroveň</a:t>
            </a:r>
          </a:p>
          <a:p>
            <a:pPr lvl="4"/>
            <a:r>
              <a:rPr lang="cs-CZ" smtClean="0"/>
              <a:t>Pátá úroveň</a:t>
            </a:r>
            <a:endParaRPr lang="cs-CZ"/>
          </a:p>
        </p:txBody>
      </p:sp>
      <p:sp>
        <p:nvSpPr>
          <p:cNvPr id="4" name="Zástupný symbol pro obsah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cs-CZ" smtClean="0"/>
              <a:t>Upravte styly předlohy textu.</a:t>
            </a:r>
          </a:p>
          <a:p>
            <a:pPr lvl="1"/>
            <a:r>
              <a:rPr lang="cs-CZ" smtClean="0"/>
              <a:t>Druhá úroveň</a:t>
            </a:r>
          </a:p>
          <a:p>
            <a:pPr lvl="2"/>
            <a:r>
              <a:rPr lang="cs-CZ" smtClean="0"/>
              <a:t>Třetí úroveň</a:t>
            </a:r>
          </a:p>
          <a:p>
            <a:pPr lvl="3"/>
            <a:r>
              <a:rPr lang="cs-CZ" smtClean="0"/>
              <a:t>Čtvrtá úroveň</a:t>
            </a:r>
          </a:p>
          <a:p>
            <a:pPr lvl="4"/>
            <a:r>
              <a:rPr lang="cs-CZ" smtClean="0"/>
              <a:t>Pátá úroveň</a:t>
            </a:r>
            <a:endParaRPr lang="cs-CZ"/>
          </a:p>
        </p:txBody>
      </p:sp>
      <p:sp>
        <p:nvSpPr>
          <p:cNvPr id="5" name="Zástupný symbol pro datum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97392E-8B25-4FEE-BC9A-FEAD6301AB7B}" type="datetimeFigureOut">
              <a:rPr lang="cs-CZ" smtClean="0"/>
              <a:t>24.11.2025</a:t>
            </a:fld>
            <a:endParaRPr lang="cs-CZ"/>
          </a:p>
        </p:txBody>
      </p:sp>
      <p:sp>
        <p:nvSpPr>
          <p:cNvPr id="6" name="Zástupný symbol pro zápatí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7" name="Zástupný symbol pro číslo snímku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632909-F848-46C4-A1DA-D7EC428885C6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1899401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Porovnání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cs-CZ" smtClean="0"/>
              <a:t>Kliknutím lze upravit styl.</a:t>
            </a:r>
            <a:endParaRPr lang="cs-CZ"/>
          </a:p>
        </p:txBody>
      </p:sp>
      <p:sp>
        <p:nvSpPr>
          <p:cNvPr id="3" name="Zástupný symbol pro text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cs-CZ" smtClean="0"/>
              <a:t>Upravte styly předlohy textu.</a:t>
            </a:r>
          </a:p>
        </p:txBody>
      </p:sp>
      <p:sp>
        <p:nvSpPr>
          <p:cNvPr id="4" name="Zástupný symbol pro obsah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cs-CZ" smtClean="0"/>
              <a:t>Upravte styly předlohy textu.</a:t>
            </a:r>
          </a:p>
          <a:p>
            <a:pPr lvl="1"/>
            <a:r>
              <a:rPr lang="cs-CZ" smtClean="0"/>
              <a:t>Druhá úroveň</a:t>
            </a:r>
          </a:p>
          <a:p>
            <a:pPr lvl="2"/>
            <a:r>
              <a:rPr lang="cs-CZ" smtClean="0"/>
              <a:t>Třetí úroveň</a:t>
            </a:r>
          </a:p>
          <a:p>
            <a:pPr lvl="3"/>
            <a:r>
              <a:rPr lang="cs-CZ" smtClean="0"/>
              <a:t>Čtvrtá úroveň</a:t>
            </a:r>
          </a:p>
          <a:p>
            <a:pPr lvl="4"/>
            <a:r>
              <a:rPr lang="cs-CZ" smtClean="0"/>
              <a:t>Pátá úroveň</a:t>
            </a:r>
            <a:endParaRPr lang="cs-CZ"/>
          </a:p>
        </p:txBody>
      </p:sp>
      <p:sp>
        <p:nvSpPr>
          <p:cNvPr id="5" name="Zástupný symbol pro text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cs-CZ" smtClean="0"/>
              <a:t>Upravte styly předlohy textu.</a:t>
            </a:r>
          </a:p>
        </p:txBody>
      </p:sp>
      <p:sp>
        <p:nvSpPr>
          <p:cNvPr id="6" name="Zástupný symbol pro obsah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cs-CZ" smtClean="0"/>
              <a:t>Upravte styly předlohy textu.</a:t>
            </a:r>
          </a:p>
          <a:p>
            <a:pPr lvl="1"/>
            <a:r>
              <a:rPr lang="cs-CZ" smtClean="0"/>
              <a:t>Druhá úroveň</a:t>
            </a:r>
          </a:p>
          <a:p>
            <a:pPr lvl="2"/>
            <a:r>
              <a:rPr lang="cs-CZ" smtClean="0"/>
              <a:t>Třetí úroveň</a:t>
            </a:r>
          </a:p>
          <a:p>
            <a:pPr lvl="3"/>
            <a:r>
              <a:rPr lang="cs-CZ" smtClean="0"/>
              <a:t>Čtvrtá úroveň</a:t>
            </a:r>
          </a:p>
          <a:p>
            <a:pPr lvl="4"/>
            <a:r>
              <a:rPr lang="cs-CZ" smtClean="0"/>
              <a:t>Pátá úroveň</a:t>
            </a:r>
            <a:endParaRPr lang="cs-CZ"/>
          </a:p>
        </p:txBody>
      </p:sp>
      <p:sp>
        <p:nvSpPr>
          <p:cNvPr id="7" name="Zástupný symbol pro datum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97392E-8B25-4FEE-BC9A-FEAD6301AB7B}" type="datetimeFigureOut">
              <a:rPr lang="cs-CZ" smtClean="0"/>
              <a:t>24.11.2025</a:t>
            </a:fld>
            <a:endParaRPr lang="cs-CZ"/>
          </a:p>
        </p:txBody>
      </p:sp>
      <p:sp>
        <p:nvSpPr>
          <p:cNvPr id="8" name="Zástupný symbol pro zápatí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9" name="Zástupný symbol pro číslo snímku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632909-F848-46C4-A1DA-D7EC428885C6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3293849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Jenom nadp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smtClean="0"/>
              <a:t>Kliknutím lze upravit styl.</a:t>
            </a:r>
            <a:endParaRPr lang="cs-CZ"/>
          </a:p>
        </p:txBody>
      </p:sp>
      <p:sp>
        <p:nvSpPr>
          <p:cNvPr id="3" name="Zástupný symbol pro datum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97392E-8B25-4FEE-BC9A-FEAD6301AB7B}" type="datetimeFigureOut">
              <a:rPr lang="cs-CZ" smtClean="0"/>
              <a:t>24.11.2025</a:t>
            </a:fld>
            <a:endParaRPr lang="cs-CZ"/>
          </a:p>
        </p:txBody>
      </p:sp>
      <p:sp>
        <p:nvSpPr>
          <p:cNvPr id="4" name="Zástupný symbol pro zápatí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5" name="Zástupný symbol pro číslo snímku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632909-F848-46C4-A1DA-D7EC428885C6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0974690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rázdn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datum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97392E-8B25-4FEE-BC9A-FEAD6301AB7B}" type="datetimeFigureOut">
              <a:rPr lang="cs-CZ" smtClean="0"/>
              <a:t>24.11.2025</a:t>
            </a:fld>
            <a:endParaRPr lang="cs-CZ"/>
          </a:p>
        </p:txBody>
      </p:sp>
      <p:sp>
        <p:nvSpPr>
          <p:cNvPr id="3" name="Zástupný symbol pro zápatí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632909-F848-46C4-A1DA-D7EC428885C6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6790444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Obsah s titulk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cs-CZ" smtClean="0"/>
              <a:t>Kliknutím lze upravit styl.</a:t>
            </a:r>
            <a:endParaRPr lang="cs-CZ"/>
          </a:p>
        </p:txBody>
      </p:sp>
      <p:sp>
        <p:nvSpPr>
          <p:cNvPr id="3" name="Zástupný symbol pro obsah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cs-CZ" smtClean="0"/>
              <a:t>Upravte styly předlohy textu.</a:t>
            </a:r>
          </a:p>
          <a:p>
            <a:pPr lvl="1"/>
            <a:r>
              <a:rPr lang="cs-CZ" smtClean="0"/>
              <a:t>Druhá úroveň</a:t>
            </a:r>
          </a:p>
          <a:p>
            <a:pPr lvl="2"/>
            <a:r>
              <a:rPr lang="cs-CZ" smtClean="0"/>
              <a:t>Třetí úroveň</a:t>
            </a:r>
          </a:p>
          <a:p>
            <a:pPr lvl="3"/>
            <a:r>
              <a:rPr lang="cs-CZ" smtClean="0"/>
              <a:t>Čtvrtá úroveň</a:t>
            </a:r>
          </a:p>
          <a:p>
            <a:pPr lvl="4"/>
            <a:r>
              <a:rPr lang="cs-CZ" smtClean="0"/>
              <a:t>Pátá úroveň</a:t>
            </a:r>
            <a:endParaRPr lang="cs-CZ"/>
          </a:p>
        </p:txBody>
      </p:sp>
      <p:sp>
        <p:nvSpPr>
          <p:cNvPr id="4" name="Zástupný symbol pro text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cs-CZ" smtClean="0"/>
              <a:t>Upravte styly předlohy textu.</a:t>
            </a:r>
          </a:p>
        </p:txBody>
      </p:sp>
      <p:sp>
        <p:nvSpPr>
          <p:cNvPr id="5" name="Zástupný symbol pro datum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97392E-8B25-4FEE-BC9A-FEAD6301AB7B}" type="datetimeFigureOut">
              <a:rPr lang="cs-CZ" smtClean="0"/>
              <a:t>24.11.2025</a:t>
            </a:fld>
            <a:endParaRPr lang="cs-CZ"/>
          </a:p>
        </p:txBody>
      </p:sp>
      <p:sp>
        <p:nvSpPr>
          <p:cNvPr id="6" name="Zástupný symbol pro zápatí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7" name="Zástupný symbol pro číslo snímku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632909-F848-46C4-A1DA-D7EC428885C6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1929656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Obrázek s titulk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cs-CZ" smtClean="0"/>
              <a:t>Kliknutím lze upravit styl.</a:t>
            </a:r>
            <a:endParaRPr lang="cs-CZ"/>
          </a:p>
        </p:txBody>
      </p:sp>
      <p:sp>
        <p:nvSpPr>
          <p:cNvPr id="3" name="Zástupný symbol pro obrázek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cs-CZ"/>
          </a:p>
        </p:txBody>
      </p:sp>
      <p:sp>
        <p:nvSpPr>
          <p:cNvPr id="4" name="Zástupný symbol pro text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cs-CZ" smtClean="0"/>
              <a:t>Upravte styly předlohy textu.</a:t>
            </a:r>
          </a:p>
        </p:txBody>
      </p:sp>
      <p:sp>
        <p:nvSpPr>
          <p:cNvPr id="5" name="Zástupný symbol pro datum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97392E-8B25-4FEE-BC9A-FEAD6301AB7B}" type="datetimeFigureOut">
              <a:rPr lang="cs-CZ" smtClean="0"/>
              <a:t>24.11.2025</a:t>
            </a:fld>
            <a:endParaRPr lang="cs-CZ"/>
          </a:p>
        </p:txBody>
      </p:sp>
      <p:sp>
        <p:nvSpPr>
          <p:cNvPr id="6" name="Zástupný symbol pro zápatí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7" name="Zástupný symbol pro číslo snímku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632909-F848-46C4-A1DA-D7EC428885C6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4026016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Nadpis a svislý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smtClean="0"/>
              <a:t>Kliknutím lze upravit styl.</a:t>
            </a:r>
            <a:endParaRPr lang="cs-CZ"/>
          </a:p>
        </p:txBody>
      </p:sp>
      <p:sp>
        <p:nvSpPr>
          <p:cNvPr id="3" name="Zástupný symbol pro svislý text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cs-CZ" smtClean="0"/>
              <a:t>Upravte styly předlohy textu.</a:t>
            </a:r>
          </a:p>
          <a:p>
            <a:pPr lvl="1"/>
            <a:r>
              <a:rPr lang="cs-CZ" smtClean="0"/>
              <a:t>Druhá úroveň</a:t>
            </a:r>
          </a:p>
          <a:p>
            <a:pPr lvl="2"/>
            <a:r>
              <a:rPr lang="cs-CZ" smtClean="0"/>
              <a:t>Třetí úroveň</a:t>
            </a:r>
          </a:p>
          <a:p>
            <a:pPr lvl="3"/>
            <a:r>
              <a:rPr lang="cs-CZ" smtClean="0"/>
              <a:t>Čtvrtá úroveň</a:t>
            </a:r>
          </a:p>
          <a:p>
            <a:pPr lvl="4"/>
            <a:r>
              <a:rPr lang="cs-CZ" smtClean="0"/>
              <a:t>Pátá úroveň</a:t>
            </a:r>
            <a:endParaRPr lang="cs-CZ"/>
          </a:p>
        </p:txBody>
      </p:sp>
      <p:sp>
        <p:nvSpPr>
          <p:cNvPr id="4" name="Zástupný symbol pro datum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97392E-8B25-4FEE-BC9A-FEAD6301AB7B}" type="datetimeFigureOut">
              <a:rPr lang="cs-CZ" smtClean="0"/>
              <a:t>24.11.2025</a:t>
            </a:fld>
            <a:endParaRPr lang="cs-CZ"/>
          </a:p>
        </p:txBody>
      </p:sp>
      <p:sp>
        <p:nvSpPr>
          <p:cNvPr id="5" name="Zástupný symbol pro zápatí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6" name="Zástupný symbol pro číslo snímku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632909-F848-46C4-A1DA-D7EC428885C6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57694035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Svislý nadpis a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vislý nadpis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cs-CZ" smtClean="0"/>
              <a:t>Kliknutím lze upravit styl.</a:t>
            </a:r>
            <a:endParaRPr lang="cs-CZ"/>
          </a:p>
        </p:txBody>
      </p:sp>
      <p:sp>
        <p:nvSpPr>
          <p:cNvPr id="3" name="Zástupný symbol pro svislý text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cs-CZ" smtClean="0"/>
              <a:t>Upravte styly předlohy textu.</a:t>
            </a:r>
          </a:p>
          <a:p>
            <a:pPr lvl="1"/>
            <a:r>
              <a:rPr lang="cs-CZ" smtClean="0"/>
              <a:t>Druhá úroveň</a:t>
            </a:r>
          </a:p>
          <a:p>
            <a:pPr lvl="2"/>
            <a:r>
              <a:rPr lang="cs-CZ" smtClean="0"/>
              <a:t>Třetí úroveň</a:t>
            </a:r>
          </a:p>
          <a:p>
            <a:pPr lvl="3"/>
            <a:r>
              <a:rPr lang="cs-CZ" smtClean="0"/>
              <a:t>Čtvrtá úroveň</a:t>
            </a:r>
          </a:p>
          <a:p>
            <a:pPr lvl="4"/>
            <a:r>
              <a:rPr lang="cs-CZ" smtClean="0"/>
              <a:t>Pátá úroveň</a:t>
            </a:r>
            <a:endParaRPr lang="cs-CZ"/>
          </a:p>
        </p:txBody>
      </p:sp>
      <p:sp>
        <p:nvSpPr>
          <p:cNvPr id="4" name="Zástupný symbol pro datum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97392E-8B25-4FEE-BC9A-FEAD6301AB7B}" type="datetimeFigureOut">
              <a:rPr lang="cs-CZ" smtClean="0"/>
              <a:t>24.11.2025</a:t>
            </a:fld>
            <a:endParaRPr lang="cs-CZ"/>
          </a:p>
        </p:txBody>
      </p:sp>
      <p:sp>
        <p:nvSpPr>
          <p:cNvPr id="5" name="Zástupný symbol pro zápatí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6" name="Zástupný symbol pro číslo snímku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632909-F848-46C4-A1DA-D7EC428885C6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6425705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nadpis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cs-CZ" smtClean="0"/>
              <a:t>Kliknutím lze upravit styl.</a:t>
            </a:r>
            <a:endParaRPr lang="cs-CZ"/>
          </a:p>
        </p:txBody>
      </p:sp>
      <p:sp>
        <p:nvSpPr>
          <p:cNvPr id="3" name="Zástupný symbol pro text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cs-CZ" smtClean="0"/>
              <a:t>Upravte styly předlohy textu.</a:t>
            </a:r>
          </a:p>
          <a:p>
            <a:pPr lvl="1"/>
            <a:r>
              <a:rPr lang="cs-CZ" smtClean="0"/>
              <a:t>Druhá úroveň</a:t>
            </a:r>
          </a:p>
          <a:p>
            <a:pPr lvl="2"/>
            <a:r>
              <a:rPr lang="cs-CZ" smtClean="0"/>
              <a:t>Třetí úroveň</a:t>
            </a:r>
          </a:p>
          <a:p>
            <a:pPr lvl="3"/>
            <a:r>
              <a:rPr lang="cs-CZ" smtClean="0"/>
              <a:t>Čtvrtá úroveň</a:t>
            </a:r>
          </a:p>
          <a:p>
            <a:pPr lvl="4"/>
            <a:r>
              <a:rPr lang="cs-CZ" smtClean="0"/>
              <a:t>Pátá úroveň</a:t>
            </a:r>
            <a:endParaRPr lang="cs-CZ"/>
          </a:p>
        </p:txBody>
      </p:sp>
      <p:sp>
        <p:nvSpPr>
          <p:cNvPr id="4" name="Zástupný symbol pro datum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97392E-8B25-4FEE-BC9A-FEAD6301AB7B}" type="datetimeFigureOut">
              <a:rPr lang="cs-CZ" smtClean="0"/>
              <a:t>24.11.2025</a:t>
            </a:fld>
            <a:endParaRPr lang="cs-CZ"/>
          </a:p>
        </p:txBody>
      </p:sp>
      <p:sp>
        <p:nvSpPr>
          <p:cNvPr id="5" name="Zástupný symbol pro zápatí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cs-CZ"/>
          </a:p>
        </p:txBody>
      </p:sp>
      <p:sp>
        <p:nvSpPr>
          <p:cNvPr id="6" name="Zástupný symbol pro číslo snímku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632909-F848-46C4-A1DA-D7EC428885C6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8260339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cs-CZ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smtClean="0"/>
              <a:t>Schedules 1</a:t>
            </a:r>
            <a:endParaRPr lang="cs-CZ" dirty="0"/>
          </a:p>
        </p:txBody>
      </p:sp>
      <p:sp>
        <p:nvSpPr>
          <p:cNvPr id="3" name="Podnadpis 2"/>
          <p:cNvSpPr>
            <a:spLocks noGrp="1"/>
          </p:cNvSpPr>
          <p:nvPr>
            <p:ph type="subTitle" idx="1"/>
          </p:nvPr>
        </p:nvSpPr>
        <p:spPr>
          <a:xfrm>
            <a:off x="1524000" y="3602037"/>
            <a:ext cx="9144000" cy="2878973"/>
          </a:xfrm>
        </p:spPr>
        <p:txBody>
          <a:bodyPr>
            <a:normAutofit/>
          </a:bodyPr>
          <a:lstStyle/>
          <a:p>
            <a:r>
              <a:rPr lang="en-US" dirty="0" smtClean="0"/>
              <a:t>Team members:</a:t>
            </a:r>
            <a:br>
              <a:rPr lang="en-US" dirty="0" smtClean="0"/>
            </a:br>
            <a:r>
              <a:rPr lang="en-US" dirty="0" smtClean="0"/>
              <a:t>Martin</a:t>
            </a:r>
          </a:p>
          <a:p>
            <a:r>
              <a:rPr lang="en-US" dirty="0" err="1" smtClean="0"/>
              <a:t>Vladyslav</a:t>
            </a:r>
            <a:r>
              <a:rPr lang="en-US" dirty="0" smtClean="0"/>
              <a:t/>
            </a:r>
            <a:br>
              <a:rPr lang="en-US" dirty="0" smtClean="0"/>
            </a:br>
            <a:r>
              <a:rPr lang="en-US" dirty="0" err="1" smtClean="0"/>
              <a:t>Valentyn</a:t>
            </a:r>
            <a:r>
              <a:rPr lang="en-US" dirty="0" smtClean="0"/>
              <a:t/>
            </a:r>
            <a:br>
              <a:rPr lang="en-US" dirty="0" smtClean="0"/>
            </a:br>
            <a:r>
              <a:rPr lang="en-US" dirty="0" err="1" smtClean="0"/>
              <a:t>Yash</a:t>
            </a:r>
            <a:r>
              <a:rPr lang="en-US" dirty="0" smtClean="0"/>
              <a:t/>
            </a:r>
            <a:br>
              <a:rPr lang="en-US" dirty="0" smtClean="0"/>
            </a:br>
            <a:r>
              <a:rPr lang="en-US" dirty="0" smtClean="0"/>
              <a:t>Iker</a:t>
            </a:r>
            <a:endParaRPr lang="cs-CZ" dirty="0"/>
          </a:p>
        </p:txBody>
      </p:sp>
    </p:spTree>
    <p:extLst>
      <p:ext uri="{BB962C8B-B14F-4D97-AF65-F5344CB8AC3E}">
        <p14:creationId xmlns:p14="http://schemas.microsoft.com/office/powerpoint/2010/main" val="12209729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Core Features</a:t>
            </a:r>
            <a:endParaRPr lang="cs-CZ" dirty="0"/>
          </a:p>
        </p:txBody>
      </p:sp>
      <p:sp>
        <p:nvSpPr>
          <p:cNvPr id="3" name="Zástupný symbol pro obsah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Viewing the timetable (</a:t>
            </a:r>
            <a:r>
              <a:rPr lang="en-US" dirty="0" err="1" smtClean="0"/>
              <a:t>Valentyn</a:t>
            </a:r>
            <a:r>
              <a:rPr lang="en-US" dirty="0" smtClean="0"/>
              <a:t>)</a:t>
            </a:r>
          </a:p>
          <a:p>
            <a:r>
              <a:rPr lang="en-US" dirty="0" smtClean="0"/>
              <a:t>Viewing the course info (</a:t>
            </a:r>
            <a:r>
              <a:rPr lang="en-US" dirty="0" err="1" smtClean="0"/>
              <a:t>Yash</a:t>
            </a:r>
            <a:r>
              <a:rPr lang="en-US" dirty="0" smtClean="0"/>
              <a:t>)</a:t>
            </a:r>
          </a:p>
          <a:p>
            <a:r>
              <a:rPr lang="en-US" dirty="0" smtClean="0"/>
              <a:t>Viewing the teacher info – office hours (Iker)</a:t>
            </a:r>
          </a:p>
          <a:p>
            <a:r>
              <a:rPr lang="en-US" dirty="0" smtClean="0"/>
              <a:t>Schedule modification (Vlad)</a:t>
            </a:r>
          </a:p>
          <a:p>
            <a:r>
              <a:rPr lang="en-US" dirty="0" smtClean="0"/>
              <a:t>Statistical reports (Martin)</a:t>
            </a:r>
            <a:endParaRPr lang="cs-CZ" dirty="0"/>
          </a:p>
        </p:txBody>
      </p:sp>
    </p:spTree>
    <p:extLst>
      <p:ext uri="{BB962C8B-B14F-4D97-AF65-F5344CB8AC3E}">
        <p14:creationId xmlns:p14="http://schemas.microsoft.com/office/powerpoint/2010/main" val="8722048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C4 model </a:t>
            </a:r>
            <a:r>
              <a:rPr lang="en-US" dirty="0" smtClean="0"/>
              <a:t>L1 </a:t>
            </a:r>
            <a:r>
              <a:rPr lang="en-US" dirty="0" smtClean="0"/>
              <a:t>:</a:t>
            </a:r>
            <a:endParaRPr lang="cs-CZ" dirty="0"/>
          </a:p>
        </p:txBody>
      </p:sp>
      <p:sp>
        <p:nvSpPr>
          <p:cNvPr id="5" name="Zástupný symbol pro obsah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cs-CZ"/>
          </a:p>
        </p:txBody>
      </p:sp>
      <p:pic>
        <p:nvPicPr>
          <p:cNvPr id="6" name="Obrázek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66" y="1284100"/>
            <a:ext cx="11437667" cy="5573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25260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C4 Model L2:</a:t>
            </a:r>
            <a:endParaRPr lang="cs-CZ" dirty="0"/>
          </a:p>
        </p:txBody>
      </p:sp>
      <p:pic>
        <p:nvPicPr>
          <p:cNvPr id="4" name="Zástupný symbol pro obsah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1330037"/>
            <a:ext cx="12070080" cy="42630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379486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Statistics L3</a:t>
            </a:r>
            <a:endParaRPr lang="cs-CZ" dirty="0"/>
          </a:p>
        </p:txBody>
      </p:sp>
      <p:pic>
        <p:nvPicPr>
          <p:cNvPr id="4" name="Zástupný symbol pro obsah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016671" y="0"/>
            <a:ext cx="7175329" cy="6663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972754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Dynamic diagram – Office hours (Iker)</a:t>
            </a:r>
            <a:endParaRPr lang="cs-CZ" dirty="0"/>
          </a:p>
        </p:txBody>
      </p:sp>
      <p:pic>
        <p:nvPicPr>
          <p:cNvPr id="4" name="Zástupný symbol pro obsah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102125" y="1825625"/>
            <a:ext cx="7987750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02541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Deployment diagram(Martin)</a:t>
            </a:r>
            <a:endParaRPr lang="cs-CZ" dirty="0"/>
          </a:p>
        </p:txBody>
      </p:sp>
      <p:pic>
        <p:nvPicPr>
          <p:cNvPr id="4" name="Zástupný symbol pro obsah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2005263"/>
            <a:ext cx="12192000" cy="40345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358905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smtClean="0"/>
              <a:t>Thank you</a:t>
            </a:r>
            <a:endParaRPr lang="cs-CZ" dirty="0"/>
          </a:p>
        </p:txBody>
      </p:sp>
      <p:sp>
        <p:nvSpPr>
          <p:cNvPr id="3" name="Podnadpis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cs-CZ" dirty="0"/>
          </a:p>
        </p:txBody>
      </p:sp>
    </p:spTree>
    <p:extLst>
      <p:ext uri="{BB962C8B-B14F-4D97-AF65-F5344CB8AC3E}">
        <p14:creationId xmlns:p14="http://schemas.microsoft.com/office/powerpoint/2010/main" val="2724615140"/>
      </p:ext>
    </p:extLst>
  </p:cSld>
  <p:clrMapOvr>
    <a:masterClrMapping/>
  </p:clrMapOvr>
</p:sld>
</file>

<file path=ppt/theme/theme1.xml><?xml version="1.0" encoding="utf-8"?>
<a:theme xmlns:a="http://schemas.openxmlformats.org/drawingml/2006/main" name="Motiv Office">
  <a:themeElements>
    <a:clrScheme name="Kancelář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Kancelář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Kancelář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</TotalTime>
  <Words>72</Words>
  <Application>Microsoft Office PowerPoint</Application>
  <PresentationFormat>Širokoúhlá obrazovka</PresentationFormat>
  <Paragraphs>15</Paragraphs>
  <Slides>8</Slides>
  <Notes>0</Notes>
  <HiddenSlides>0</HiddenSlides>
  <MMClips>0</MMClips>
  <ScaleCrop>false</ScaleCrop>
  <HeadingPairs>
    <vt:vector size="6" baseType="variant">
      <vt:variant>
        <vt:lpstr>Použitá písma</vt:lpstr>
      </vt:variant>
      <vt:variant>
        <vt:i4>3</vt:i4>
      </vt:variant>
      <vt:variant>
        <vt:lpstr>Motiv</vt:lpstr>
      </vt:variant>
      <vt:variant>
        <vt:i4>1</vt:i4>
      </vt:variant>
      <vt:variant>
        <vt:lpstr>Nadpisy snímků</vt:lpstr>
      </vt:variant>
      <vt:variant>
        <vt:i4>8</vt:i4>
      </vt:variant>
    </vt:vector>
  </HeadingPairs>
  <TitlesOfParts>
    <vt:vector size="12" baseType="lpstr">
      <vt:lpstr>Arial</vt:lpstr>
      <vt:lpstr>Calibri</vt:lpstr>
      <vt:lpstr>Calibri Light</vt:lpstr>
      <vt:lpstr>Motiv Office</vt:lpstr>
      <vt:lpstr>Schedules 1</vt:lpstr>
      <vt:lpstr>Core Features</vt:lpstr>
      <vt:lpstr>C4 model L1 :</vt:lpstr>
      <vt:lpstr>C4 Model L2:</vt:lpstr>
      <vt:lpstr>Statistics L3</vt:lpstr>
      <vt:lpstr>Dynamic diagram – Office hours (Iker)</vt:lpstr>
      <vt:lpstr>Deployment diagram(Martin)</vt:lpstr>
      <vt:lpstr>Thank you</vt:lpstr>
    </vt:vector>
  </TitlesOfParts>
  <Company>MFF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Schedules 1</dc:title>
  <dc:creator>student</dc:creator>
  <cp:lastModifiedBy>student</cp:lastModifiedBy>
  <cp:revision>5</cp:revision>
  <dcterms:created xsi:type="dcterms:W3CDTF">2025-11-24T10:35:05Z</dcterms:created>
  <dcterms:modified xsi:type="dcterms:W3CDTF">2025-11-24T11:17:28Z</dcterms:modified>
</cp:coreProperties>
</file>