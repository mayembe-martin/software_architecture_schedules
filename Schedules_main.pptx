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65" r:id="rId4"/>
    <p:sldId id="266" r:id="rId5"/>
    <p:sldId id="267" r:id="rId6"/>
    <p:sldId id="268" r:id="rId7"/>
    <p:sldId id="257" r:id="rId8"/>
    <p:sldId id="258" r:id="rId9"/>
    <p:sldId id="259" r:id="rId10"/>
    <p:sldId id="264" r:id="rId11"/>
    <p:sldId id="269" r:id="rId12"/>
    <p:sldId id="263" r:id="rId13"/>
    <p:sldId id="262" r:id="rId14"/>
    <p:sldId id="261" r:id="rId15"/>
  </p:sldIdLst>
  <p:sldSz cx="12192000" cy="6858000"/>
  <p:notesSz cx="6858000" cy="9144000"/>
  <p:defaultTextStyle>
    <a:defPPr>
      <a:defRPr lang="cs-CZ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BAABB8E-965C-4469-B16F-F6ECC8812E6B}" v="1" dt="2025-11-24T11:40:50.413"/>
    <p1510:client id="{D372128E-F29A-4FF8-90EC-05D9451787E5}" v="1" dt="2025-11-24T12:16:07.37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204" autoAdjust="0"/>
    <p:restoredTop sz="94660"/>
  </p:normalViewPr>
  <p:slideViewPr>
    <p:cSldViewPr snapToGrid="0">
      <p:cViewPr varScale="1">
        <p:scale>
          <a:sx n="82" d="100"/>
          <a:sy n="82" d="100"/>
        </p:scale>
        <p:origin x="71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ker Joaquín" userId="acaffbe4a706a9d4" providerId="LiveId" clId="{D1DFD0CF-3B6A-4A93-9F8B-FF939B2F1C04}"/>
    <pc:docChg chg="undo custSel addSld modSld sldOrd">
      <pc:chgData name="Iker Joaquín" userId="acaffbe4a706a9d4" providerId="LiveId" clId="{D1DFD0CF-3B6A-4A93-9F8B-FF939B2F1C04}" dt="2025-11-24T12:18:01.074" v="141" actId="478"/>
      <pc:docMkLst>
        <pc:docMk/>
      </pc:docMkLst>
      <pc:sldChg chg="addSp delSp modSp mod">
        <pc:chgData name="Iker Joaquín" userId="acaffbe4a706a9d4" providerId="LiveId" clId="{D1DFD0CF-3B6A-4A93-9F8B-FF939B2F1C04}" dt="2025-11-24T12:18:01.074" v="141" actId="478"/>
        <pc:sldMkLst>
          <pc:docMk/>
          <pc:sldMk cId="2559727546" sldId="259"/>
        </pc:sldMkLst>
        <pc:spChg chg="mod">
          <ac:chgData name="Iker Joaquín" userId="acaffbe4a706a9d4" providerId="LiveId" clId="{D1DFD0CF-3B6A-4A93-9F8B-FF939B2F1C04}" dt="2025-11-24T12:16:22.612" v="140" actId="20577"/>
          <ac:spMkLst>
            <pc:docMk/>
            <pc:sldMk cId="2559727546" sldId="259"/>
            <ac:spMk id="2" creationId="{00000000-0000-0000-0000-000000000000}"/>
          </ac:spMkLst>
        </pc:spChg>
        <pc:picChg chg="add del">
          <ac:chgData name="Iker Joaquín" userId="acaffbe4a706a9d4" providerId="LiveId" clId="{D1DFD0CF-3B6A-4A93-9F8B-FF939B2F1C04}" dt="2025-11-24T12:18:01.074" v="141" actId="478"/>
          <ac:picMkLst>
            <pc:docMk/>
            <pc:sldMk cId="2559727546" sldId="259"/>
            <ac:picMk id="3" creationId="{70FE3505-2832-17D5-FAA4-5C84D05B3612}"/>
          </ac:picMkLst>
        </pc:picChg>
      </pc:sldChg>
      <pc:sldChg chg="ord">
        <pc:chgData name="Iker Joaquín" userId="acaffbe4a706a9d4" providerId="LiveId" clId="{D1DFD0CF-3B6A-4A93-9F8B-FF939B2F1C04}" dt="2025-11-24T12:15:55.419" v="113"/>
        <pc:sldMkLst>
          <pc:docMk/>
          <pc:sldMk cId="1413589051" sldId="262"/>
        </pc:sldMkLst>
      </pc:sldChg>
      <pc:sldChg chg="modSp mod">
        <pc:chgData name="Iker Joaquín" userId="acaffbe4a706a9d4" providerId="LiveId" clId="{D1DFD0CF-3B6A-4A93-9F8B-FF939B2F1C04}" dt="2025-11-24T11:40:42.530" v="3" actId="1076"/>
        <pc:sldMkLst>
          <pc:docMk/>
          <pc:sldMk cId="156025415" sldId="263"/>
        </pc:sldMkLst>
        <pc:spChg chg="mod">
          <ac:chgData name="Iker Joaquín" userId="acaffbe4a706a9d4" providerId="LiveId" clId="{D1DFD0CF-3B6A-4A93-9F8B-FF939B2F1C04}" dt="2025-11-24T11:40:30.689" v="0" actId="20577"/>
          <ac:spMkLst>
            <pc:docMk/>
            <pc:sldMk cId="156025415" sldId="263"/>
            <ac:spMk id="2" creationId="{00000000-0000-0000-0000-000000000000}"/>
          </ac:spMkLst>
        </pc:spChg>
        <pc:picChg chg="mod">
          <ac:chgData name="Iker Joaquín" userId="acaffbe4a706a9d4" providerId="LiveId" clId="{D1DFD0CF-3B6A-4A93-9F8B-FF939B2F1C04}" dt="2025-11-24T11:40:42.530" v="3" actId="1076"/>
          <ac:picMkLst>
            <pc:docMk/>
            <pc:sldMk cId="156025415" sldId="263"/>
            <ac:picMk id="4" creationId="{00000000-0000-0000-0000-000000000000}"/>
          </ac:picMkLst>
        </pc:picChg>
      </pc:sldChg>
      <pc:sldChg chg="addSp delSp modSp add mod ord setBg">
        <pc:chgData name="Iker Joaquín" userId="acaffbe4a706a9d4" providerId="LiveId" clId="{D1DFD0CF-3B6A-4A93-9F8B-FF939B2F1C04}" dt="2025-11-24T11:42:04.301" v="31" actId="26606"/>
        <pc:sldMkLst>
          <pc:docMk/>
          <pc:sldMk cId="2948255022" sldId="264"/>
        </pc:sldMkLst>
        <pc:spChg chg="mod">
          <ac:chgData name="Iker Joaquín" userId="acaffbe4a706a9d4" providerId="LiveId" clId="{D1DFD0CF-3B6A-4A93-9F8B-FF939B2F1C04}" dt="2025-11-24T11:42:04.301" v="31" actId="26606"/>
          <ac:spMkLst>
            <pc:docMk/>
            <pc:sldMk cId="2948255022" sldId="264"/>
            <ac:spMk id="2" creationId="{833D3A3F-DE7C-C301-BA9A-40CCD22C666D}"/>
          </ac:spMkLst>
        </pc:spChg>
        <pc:spChg chg="add del mod">
          <ac:chgData name="Iker Joaquín" userId="acaffbe4a706a9d4" providerId="LiveId" clId="{D1DFD0CF-3B6A-4A93-9F8B-FF939B2F1C04}" dt="2025-11-24T11:41:55.166" v="27" actId="22"/>
          <ac:spMkLst>
            <pc:docMk/>
            <pc:sldMk cId="2948255022" sldId="264"/>
            <ac:spMk id="5" creationId="{AFCB96BA-EBE3-8010-B168-E450D6708830}"/>
          </ac:spMkLst>
        </pc:spChg>
        <pc:spChg chg="add">
          <ac:chgData name="Iker Joaquín" userId="acaffbe4a706a9d4" providerId="LiveId" clId="{D1DFD0CF-3B6A-4A93-9F8B-FF939B2F1C04}" dt="2025-11-24T11:42:04.301" v="31" actId="26606"/>
          <ac:spMkLst>
            <pc:docMk/>
            <pc:sldMk cId="2948255022" sldId="264"/>
            <ac:spMk id="14" creationId="{022BDE4A-8A20-4A69-9C5A-581C82036A4D}"/>
          </ac:spMkLst>
        </pc:spChg>
        <pc:picChg chg="del">
          <ac:chgData name="Iker Joaquín" userId="acaffbe4a706a9d4" providerId="LiveId" clId="{D1DFD0CF-3B6A-4A93-9F8B-FF939B2F1C04}" dt="2025-11-24T11:41:02.791" v="8" actId="478"/>
          <ac:picMkLst>
            <pc:docMk/>
            <pc:sldMk cId="2948255022" sldId="264"/>
            <ac:picMk id="4" creationId="{D967A8F6-5249-C863-76B4-61660697638C}"/>
          </ac:picMkLst>
        </pc:picChg>
        <pc:picChg chg="add mod">
          <ac:chgData name="Iker Joaquín" userId="acaffbe4a706a9d4" providerId="LiveId" clId="{D1DFD0CF-3B6A-4A93-9F8B-FF939B2F1C04}" dt="2025-11-24T11:42:04.301" v="31" actId="26606"/>
          <ac:picMkLst>
            <pc:docMk/>
            <pc:sldMk cId="2948255022" sldId="264"/>
            <ac:picMk id="7" creationId="{0FBF5F8E-8772-5A2D-7036-36CC5F7A5DDC}"/>
          </ac:picMkLst>
        </pc:picChg>
        <pc:picChg chg="add mod ord">
          <ac:chgData name="Iker Joaquín" userId="acaffbe4a706a9d4" providerId="LiveId" clId="{D1DFD0CF-3B6A-4A93-9F8B-FF939B2F1C04}" dt="2025-11-24T11:42:04.301" v="31" actId="26606"/>
          <ac:picMkLst>
            <pc:docMk/>
            <pc:sldMk cId="2948255022" sldId="264"/>
            <ac:picMk id="9" creationId="{E2E043D0-5080-A83B-1219-A05981200FEB}"/>
          </ac:picMkLst>
        </pc:picChg>
      </pc:sldChg>
      <pc:sldChg chg="addSp delSp modSp add mod ord">
        <pc:chgData name="Iker Joaquín" userId="acaffbe4a706a9d4" providerId="LiveId" clId="{D1DFD0CF-3B6A-4A93-9F8B-FF939B2F1C04}" dt="2025-11-24T11:43:31.312" v="107"/>
        <pc:sldMkLst>
          <pc:docMk/>
          <pc:sldMk cId="2360420157" sldId="265"/>
        </pc:sldMkLst>
        <pc:spChg chg="mod">
          <ac:chgData name="Iker Joaquín" userId="acaffbe4a706a9d4" providerId="LiveId" clId="{D1DFD0CF-3B6A-4A93-9F8B-FF939B2F1C04}" dt="2025-11-24T11:43:06.178" v="101" actId="20577"/>
          <ac:spMkLst>
            <pc:docMk/>
            <pc:sldMk cId="2360420157" sldId="265"/>
            <ac:spMk id="2" creationId="{DA87C2A9-410E-C863-BF7A-820E45945E70}"/>
          </ac:spMkLst>
        </pc:spChg>
        <pc:spChg chg="add mod">
          <ac:chgData name="Iker Joaquín" userId="acaffbe4a706a9d4" providerId="LiveId" clId="{D1DFD0CF-3B6A-4A93-9F8B-FF939B2F1C04}" dt="2025-11-24T11:43:08.179" v="102" actId="478"/>
          <ac:spMkLst>
            <pc:docMk/>
            <pc:sldMk cId="2360420157" sldId="265"/>
            <ac:spMk id="4" creationId="{8B59B3E3-153C-407E-8FE3-3BBA417EDE79}"/>
          </ac:spMkLst>
        </pc:spChg>
        <pc:picChg chg="add mod">
          <ac:chgData name="Iker Joaquín" userId="acaffbe4a706a9d4" providerId="LiveId" clId="{D1DFD0CF-3B6A-4A93-9F8B-FF939B2F1C04}" dt="2025-11-24T11:43:17.452" v="105" actId="1076"/>
          <ac:picMkLst>
            <pc:docMk/>
            <pc:sldMk cId="2360420157" sldId="265"/>
            <ac:picMk id="6" creationId="{F3E98A77-2059-900D-BEDE-F3AB1612C147}"/>
          </ac:picMkLst>
        </pc:picChg>
        <pc:picChg chg="del">
          <ac:chgData name="Iker Joaquín" userId="acaffbe4a706a9d4" providerId="LiveId" clId="{D1DFD0CF-3B6A-4A93-9F8B-FF939B2F1C04}" dt="2025-11-24T11:43:14.647" v="103" actId="478"/>
          <ac:picMkLst>
            <pc:docMk/>
            <pc:sldMk cId="2360420157" sldId="265"/>
            <ac:picMk id="7" creationId="{5CA016E7-CD51-9119-C816-C85234B6FD9D}"/>
          </ac:picMkLst>
        </pc:picChg>
        <pc:picChg chg="del">
          <ac:chgData name="Iker Joaquín" userId="acaffbe4a706a9d4" providerId="LiveId" clId="{D1DFD0CF-3B6A-4A93-9F8B-FF939B2F1C04}" dt="2025-11-24T11:43:08.179" v="102" actId="478"/>
          <ac:picMkLst>
            <pc:docMk/>
            <pc:sldMk cId="2360420157" sldId="265"/>
            <ac:picMk id="9" creationId="{22F08692-0940-AD05-3931-06F4040D4C64}"/>
          </ac:picMkLst>
        </pc:picChg>
      </pc:sldChg>
      <pc:sldChg chg="ord">
        <pc:chgData name="Iker Joaquín" userId="acaffbe4a706a9d4" providerId="LiveId" clId="{D1DFD0CF-3B6A-4A93-9F8B-FF939B2F1C04}" dt="2025-11-24T12:15:51.371" v="109"/>
        <pc:sldMkLst>
          <pc:docMk/>
          <pc:sldMk cId="773652378" sldId="269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Podnadpis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cs-CZ"/>
              <a:t>Kliknutím můžete upravit styl předlohy.</a:t>
            </a:r>
          </a:p>
        </p:txBody>
      </p:sp>
      <p:sp>
        <p:nvSpPr>
          <p:cNvPr id="4" name="Zástupný symbol pro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7392E-8B25-4FEE-BC9A-FEAD6301AB7B}" type="datetimeFigureOut">
              <a:rPr lang="cs-CZ" smtClean="0"/>
              <a:t>24.11.2025</a:t>
            </a:fld>
            <a:endParaRPr lang="cs-CZ"/>
          </a:p>
        </p:txBody>
      </p:sp>
      <p:sp>
        <p:nvSpPr>
          <p:cNvPr id="5" name="Zástupný symbol pro zápatí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32909-F848-46C4-A1DA-D7EC428885C6}" type="slidenum">
              <a:rPr lang="cs-CZ" smtClean="0"/>
              <a:t>‹Nº›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4573953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dpis a obs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cs-CZ"/>
              <a:t>Upravte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7392E-8B25-4FEE-BC9A-FEAD6301AB7B}" type="datetimeFigureOut">
              <a:rPr lang="cs-CZ" smtClean="0"/>
              <a:t>24.11.2025</a:t>
            </a:fld>
            <a:endParaRPr lang="cs-CZ"/>
          </a:p>
        </p:txBody>
      </p:sp>
      <p:sp>
        <p:nvSpPr>
          <p:cNvPr id="5" name="Zástupný symbol pro zápatí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32909-F848-46C4-A1DA-D7EC428885C6}" type="slidenum">
              <a:rPr lang="cs-CZ" smtClean="0"/>
              <a:t>‹Nº›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9632002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Záhlaví čás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text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cs-CZ"/>
              <a:t>Upravte styly předlohy textu.</a:t>
            </a:r>
          </a:p>
        </p:txBody>
      </p:sp>
      <p:sp>
        <p:nvSpPr>
          <p:cNvPr id="4" name="Zástupný symbol pro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7392E-8B25-4FEE-BC9A-FEAD6301AB7B}" type="datetimeFigureOut">
              <a:rPr lang="cs-CZ" smtClean="0"/>
              <a:t>24.11.2025</a:t>
            </a:fld>
            <a:endParaRPr lang="cs-CZ"/>
          </a:p>
        </p:txBody>
      </p:sp>
      <p:sp>
        <p:nvSpPr>
          <p:cNvPr id="5" name="Zástupný symbol pro zápatí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32909-F848-46C4-A1DA-D7EC428885C6}" type="slidenum">
              <a:rPr lang="cs-CZ" smtClean="0"/>
              <a:t>‹Nº›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34153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obsah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cs-CZ"/>
              <a:t>Upravte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obsah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cs-CZ"/>
              <a:t>Upravte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symbol pro datum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7392E-8B25-4FEE-BC9A-FEAD6301AB7B}" type="datetimeFigureOut">
              <a:rPr lang="cs-CZ" smtClean="0"/>
              <a:t>24.11.2025</a:t>
            </a:fld>
            <a:endParaRPr lang="cs-CZ"/>
          </a:p>
        </p:txBody>
      </p:sp>
      <p:sp>
        <p:nvSpPr>
          <p:cNvPr id="6" name="Zástupný symbol pro zápatí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32909-F848-46C4-A1DA-D7EC428885C6}" type="slidenum">
              <a:rPr lang="cs-CZ" smtClean="0"/>
              <a:t>‹Nº›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1899401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án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text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Upravte styly předlohy textu.</a:t>
            </a:r>
          </a:p>
        </p:txBody>
      </p:sp>
      <p:sp>
        <p:nvSpPr>
          <p:cNvPr id="4" name="Zástupný symbol pro obsah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cs-CZ"/>
              <a:t>Upravte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symbol pro text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Upravte styly předlohy textu.</a:t>
            </a:r>
          </a:p>
        </p:txBody>
      </p:sp>
      <p:sp>
        <p:nvSpPr>
          <p:cNvPr id="6" name="Zástupný symbol pro obsah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cs-CZ"/>
              <a:t>Upravte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7" name="Zástupný symbol pro datum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7392E-8B25-4FEE-BC9A-FEAD6301AB7B}" type="datetimeFigureOut">
              <a:rPr lang="cs-CZ" smtClean="0"/>
              <a:t>24.11.2025</a:t>
            </a:fld>
            <a:endParaRPr lang="cs-CZ"/>
          </a:p>
        </p:txBody>
      </p:sp>
      <p:sp>
        <p:nvSpPr>
          <p:cNvPr id="8" name="Zástupný symbol pro zápatí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9" name="Zástupný symbol pro číslo snímku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32909-F848-46C4-A1DA-D7EC428885C6}" type="slidenum">
              <a:rPr lang="cs-CZ" smtClean="0"/>
              <a:t>‹Nº›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3293849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Jenom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datum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7392E-8B25-4FEE-BC9A-FEAD6301AB7B}" type="datetimeFigureOut">
              <a:rPr lang="cs-CZ" smtClean="0"/>
              <a:t>24.11.2025</a:t>
            </a:fld>
            <a:endParaRPr lang="cs-CZ"/>
          </a:p>
        </p:txBody>
      </p:sp>
      <p:sp>
        <p:nvSpPr>
          <p:cNvPr id="4" name="Zástupný symbol pro zápatí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5" name="Zástupný symbol pro číslo snímku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32909-F848-46C4-A1DA-D7EC428885C6}" type="slidenum">
              <a:rPr lang="cs-CZ" smtClean="0"/>
              <a:t>‹Nº›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0974690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datum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7392E-8B25-4FEE-BC9A-FEAD6301AB7B}" type="datetimeFigureOut">
              <a:rPr lang="cs-CZ" smtClean="0"/>
              <a:t>24.11.2025</a:t>
            </a:fld>
            <a:endParaRPr lang="cs-CZ"/>
          </a:p>
        </p:txBody>
      </p:sp>
      <p:sp>
        <p:nvSpPr>
          <p:cNvPr id="3" name="Zástupný symbol pro zápatí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32909-F848-46C4-A1DA-D7EC428885C6}" type="slidenum">
              <a:rPr lang="cs-CZ" smtClean="0"/>
              <a:t>‹Nº›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6790444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cs-CZ"/>
              <a:t>Upravte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text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cs-CZ"/>
              <a:t>Upravte styly předlohy textu.</a:t>
            </a:r>
          </a:p>
        </p:txBody>
      </p:sp>
      <p:sp>
        <p:nvSpPr>
          <p:cNvPr id="5" name="Zástupný symbol pro datum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7392E-8B25-4FEE-BC9A-FEAD6301AB7B}" type="datetimeFigureOut">
              <a:rPr lang="cs-CZ" smtClean="0"/>
              <a:t>24.11.2025</a:t>
            </a:fld>
            <a:endParaRPr lang="cs-CZ"/>
          </a:p>
        </p:txBody>
      </p:sp>
      <p:sp>
        <p:nvSpPr>
          <p:cNvPr id="6" name="Zástupný symbol pro zápatí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32909-F848-46C4-A1DA-D7EC428885C6}" type="slidenum">
              <a:rPr lang="cs-CZ" smtClean="0"/>
              <a:t>‹Nº›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1929656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ek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obrázek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cs-CZ"/>
          </a:p>
        </p:txBody>
      </p:sp>
      <p:sp>
        <p:nvSpPr>
          <p:cNvPr id="4" name="Zástupný symbol pro text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cs-CZ"/>
              <a:t>Upravte styly předlohy textu.</a:t>
            </a:r>
          </a:p>
        </p:txBody>
      </p:sp>
      <p:sp>
        <p:nvSpPr>
          <p:cNvPr id="5" name="Zástupný symbol pro datum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7392E-8B25-4FEE-BC9A-FEAD6301AB7B}" type="datetimeFigureOut">
              <a:rPr lang="cs-CZ" smtClean="0"/>
              <a:t>24.11.2025</a:t>
            </a:fld>
            <a:endParaRPr lang="cs-CZ"/>
          </a:p>
        </p:txBody>
      </p:sp>
      <p:sp>
        <p:nvSpPr>
          <p:cNvPr id="6" name="Zástupný symbol pro zápatí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32909-F848-46C4-A1DA-D7EC428885C6}" type="slidenum">
              <a:rPr lang="cs-CZ" smtClean="0"/>
              <a:t>‹Nº›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4026016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s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svislý text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cs-CZ"/>
              <a:t>Upravte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7392E-8B25-4FEE-BC9A-FEAD6301AB7B}" type="datetimeFigureOut">
              <a:rPr lang="cs-CZ" smtClean="0"/>
              <a:t>24.11.2025</a:t>
            </a:fld>
            <a:endParaRPr lang="cs-CZ"/>
          </a:p>
        </p:txBody>
      </p:sp>
      <p:sp>
        <p:nvSpPr>
          <p:cNvPr id="5" name="Zástupný symbol pro zápatí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32909-F848-46C4-A1DA-D7EC428885C6}" type="slidenum">
              <a:rPr lang="cs-CZ" smtClean="0"/>
              <a:t>‹Nº›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5769403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S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vislý nadpis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svislý text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cs-CZ"/>
              <a:t>Upravte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7392E-8B25-4FEE-BC9A-FEAD6301AB7B}" type="datetimeFigureOut">
              <a:rPr lang="cs-CZ" smtClean="0"/>
              <a:t>24.11.2025</a:t>
            </a:fld>
            <a:endParaRPr lang="cs-CZ"/>
          </a:p>
        </p:txBody>
      </p:sp>
      <p:sp>
        <p:nvSpPr>
          <p:cNvPr id="5" name="Zástupný symbol pro zápatí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32909-F848-46C4-A1DA-D7EC428885C6}" type="slidenum">
              <a:rPr lang="cs-CZ" smtClean="0"/>
              <a:t>‹Nº›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6425705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nadpis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text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cs-CZ"/>
              <a:t>Upravte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97392E-8B25-4FEE-BC9A-FEAD6301AB7B}" type="datetimeFigureOut">
              <a:rPr lang="cs-CZ" smtClean="0"/>
              <a:t>24.11.2025</a:t>
            </a:fld>
            <a:endParaRPr lang="cs-CZ"/>
          </a:p>
        </p:txBody>
      </p:sp>
      <p:sp>
        <p:nvSpPr>
          <p:cNvPr id="5" name="Zástupný symbol pro zápatí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cs-CZ"/>
          </a:p>
        </p:txBody>
      </p:sp>
      <p:sp>
        <p:nvSpPr>
          <p:cNvPr id="6" name="Zástupný symbol pro číslo snímku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632909-F848-46C4-A1DA-D7EC428885C6}" type="slidenum">
              <a:rPr lang="cs-CZ" smtClean="0"/>
              <a:t>‹Nº›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8260339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s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Schedules 1</a:t>
            </a:r>
            <a:endParaRPr lang="cs-CZ" dirty="0"/>
          </a:p>
        </p:txBody>
      </p:sp>
      <p:sp>
        <p:nvSpPr>
          <p:cNvPr id="3" name="Podnadpis 2"/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2878973"/>
          </a:xfrm>
        </p:spPr>
        <p:txBody>
          <a:bodyPr>
            <a:normAutofit/>
          </a:bodyPr>
          <a:lstStyle/>
          <a:p>
            <a:r>
              <a:rPr lang="en-US" dirty="0"/>
              <a:t>Team members:</a:t>
            </a:r>
            <a:br>
              <a:rPr lang="en-US" dirty="0"/>
            </a:br>
            <a:r>
              <a:rPr lang="en-US" dirty="0"/>
              <a:t>Martin</a:t>
            </a:r>
          </a:p>
          <a:p>
            <a:r>
              <a:rPr lang="en-US" dirty="0" err="1"/>
              <a:t>Vladyslav</a:t>
            </a:r>
            <a:br>
              <a:rPr lang="en-US" dirty="0"/>
            </a:br>
            <a:r>
              <a:rPr lang="en-US" dirty="0" err="1"/>
              <a:t>Valentyn</a:t>
            </a:r>
            <a:br>
              <a:rPr lang="en-US" dirty="0"/>
            </a:br>
            <a:r>
              <a:rPr lang="en-US" dirty="0" err="1"/>
              <a:t>Yash</a:t>
            </a:r>
            <a:br>
              <a:rPr lang="en-US" dirty="0"/>
            </a:br>
            <a:r>
              <a:rPr lang="en-US" dirty="0"/>
              <a:t>Iker</a:t>
            </a: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122097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 Features</a:t>
            </a:r>
            <a:endParaRPr lang="cs-CZ" dirty="0"/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Viewing the timetable (</a:t>
            </a:r>
            <a:r>
              <a:rPr lang="en-US" dirty="0" err="1"/>
              <a:t>Valentyn</a:t>
            </a:r>
            <a:r>
              <a:rPr lang="en-US" dirty="0"/>
              <a:t>)</a:t>
            </a:r>
          </a:p>
          <a:p>
            <a:r>
              <a:rPr lang="en-US" dirty="0"/>
              <a:t>Viewing the course info (</a:t>
            </a:r>
            <a:r>
              <a:rPr lang="en-US" dirty="0" err="1"/>
              <a:t>Yash</a:t>
            </a:r>
            <a:r>
              <a:rPr lang="en-US" dirty="0"/>
              <a:t>)</a:t>
            </a:r>
          </a:p>
          <a:p>
            <a:r>
              <a:rPr lang="en-US" dirty="0"/>
              <a:t>Viewing the teacher info – office hours (Iker)</a:t>
            </a:r>
          </a:p>
          <a:p>
            <a:r>
              <a:rPr lang="en-US" dirty="0"/>
              <a:t>Schedule modification (Vlad)</a:t>
            </a:r>
          </a:p>
          <a:p>
            <a:r>
              <a:rPr lang="en-US" dirty="0"/>
              <a:t>Statistical reports (Martin)</a:t>
            </a: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8722048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3B5998-786D-14F9-6C33-6D10DB5E3A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B4FCDB4A-EA76-D74C-E77E-A11D85FEAE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DA87C2A9-410E-C863-BF7A-820E45945E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1684" y="170412"/>
            <a:ext cx="10178934" cy="132873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Layered Architecture – Office Hours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8B59B3E3-153C-407E-8FE3-3BBA417EDE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S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F3E98A77-2059-900D-BEDE-F3AB1612C1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25625"/>
            <a:ext cx="12192000" cy="4344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4201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B45DFE9-016D-A699-B070-7796E49C07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3E0E81EA-CDCC-BDEC-B75E-24301CD6A6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47EC0DE2-9A10-10A1-D3AB-3F97C3BB13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1684" y="170412"/>
            <a:ext cx="10178934" cy="1328730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pPr algn="ctr"/>
            <a:r>
              <a:rPr lang="en-US" sz="5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Layered Architecture – </a:t>
            </a:r>
            <a:r>
              <a:rPr lang="en-US" sz="5200" dirty="0"/>
              <a:t>Viewing the Timetable</a:t>
            </a:r>
            <a:endParaRPr lang="en-US" sz="52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AEA1390-585D-2213-E8C1-551EA40A90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702669"/>
            <a:ext cx="10334904" cy="4597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84144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5B680D-2346-DDA6-B50C-9D050C79E9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C45B17A5-ADF0-29DA-CDDE-5B7B4E7428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6A89F61C-67DA-BED6-02B4-3EBD95334C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1684" y="170412"/>
            <a:ext cx="10178934" cy="1328730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pPr algn="ctr"/>
            <a:r>
              <a:rPr lang="en-US" sz="5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Layered Architecture – </a:t>
            </a:r>
            <a:r>
              <a:rPr lang="en-US" sz="5200" dirty="0"/>
              <a:t>Room Info Description</a:t>
            </a:r>
            <a:endParaRPr lang="en-US" sz="52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CA4FD57-FBC0-1BB8-1E3A-81096CC523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8444" y="1499142"/>
            <a:ext cx="8855111" cy="50829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60675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7CB77F-BC70-5664-7722-A350A824BC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92CE8417-CC01-2F30-81F2-BDBBBD7554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B1BD57C7-7463-36C3-E213-CDE2F4615E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1684" y="170412"/>
            <a:ext cx="10178934" cy="1328730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pPr algn="ctr"/>
            <a:r>
              <a:rPr lang="en-US" sz="5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Layered Architecture – </a:t>
            </a:r>
            <a:r>
              <a:rPr lang="en-US" sz="5200" dirty="0"/>
              <a:t>Schedule Modification</a:t>
            </a:r>
            <a:endParaRPr lang="en-US" sz="52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861C63C-ACAD-A011-90BC-A4C1537B77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9700" y="1340805"/>
            <a:ext cx="7822902" cy="5346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68016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C4 model L1 :</a:t>
            </a:r>
            <a:endParaRPr lang="cs-CZ" dirty="0"/>
          </a:p>
        </p:txBody>
      </p:sp>
      <p:sp>
        <p:nvSpPr>
          <p:cNvPr id="5" name="Zástupný symbol pro obsah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s-CZ"/>
          </a:p>
        </p:txBody>
      </p:sp>
      <p:pic>
        <p:nvPicPr>
          <p:cNvPr id="6" name="Obrázek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66" y="1284100"/>
            <a:ext cx="11437667" cy="557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25260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C4 Model L2:</a:t>
            </a:r>
            <a:endParaRPr lang="cs-CZ" dirty="0"/>
          </a:p>
        </p:txBody>
      </p:sp>
      <p:pic>
        <p:nvPicPr>
          <p:cNvPr id="4" name="Zástupný symbol pro obsah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1330037"/>
            <a:ext cx="12070080" cy="4263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37948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L3 diagram -</a:t>
            </a:r>
            <a:br>
              <a:rPr lang="en-US" dirty="0"/>
            </a:br>
            <a:r>
              <a:rPr lang="en-US" dirty="0"/>
              <a:t>Statistics</a:t>
            </a:r>
            <a:endParaRPr lang="cs-CZ" dirty="0"/>
          </a:p>
        </p:txBody>
      </p:sp>
      <p:pic>
        <p:nvPicPr>
          <p:cNvPr id="4" name="Zástupný symbol pro obsah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016671" y="0"/>
            <a:ext cx="7175329" cy="6663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97275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697EDE3-0F5B-102E-1075-373E086213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022BDE4A-8A20-4A69-9C5A-581C82036A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833D3A3F-DE7C-C301-BA9A-40CCD22C66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1684" y="170412"/>
            <a:ext cx="10178934" cy="670246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L3 diagram – Office hours</a:t>
            </a:r>
          </a:p>
        </p:txBody>
      </p:sp>
      <p:pic>
        <p:nvPicPr>
          <p:cNvPr id="9" name="Marcador de contenido 8">
            <a:extLst>
              <a:ext uri="{FF2B5EF4-FFF2-40B4-BE49-F238E27FC236}">
                <a16:creationId xmlns:a16="http://schemas.microsoft.com/office/drawing/2014/main" id="{E2E043D0-5080-A83B-1219-A05981200FE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t="-251" r="-2" b="-114"/>
          <a:stretch/>
        </p:blipFill>
        <p:spPr>
          <a:xfrm>
            <a:off x="287828" y="840658"/>
            <a:ext cx="5803323" cy="5722375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0FBF5F8E-8772-5A2D-7036-36CC5F7A5DD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418" b="60"/>
          <a:stretch/>
        </p:blipFill>
        <p:spPr>
          <a:xfrm>
            <a:off x="7092836" y="840658"/>
            <a:ext cx="4459051" cy="6017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82550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205716-B3C7-19F0-1D23-1B3C7A9E96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BCC45884-D71A-C278-2934-0DD665F855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09800" y="-262083"/>
            <a:ext cx="10515600" cy="1325563"/>
          </a:xfrm>
        </p:spPr>
        <p:txBody>
          <a:bodyPr/>
          <a:lstStyle/>
          <a:p>
            <a:r>
              <a:rPr lang="en-US" dirty="0"/>
              <a:t>L3 Diagram – Viewing Course info</a:t>
            </a:r>
            <a:endParaRPr lang="cs-CZ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D778291-FFBC-D3E6-AF11-CB8E527EEE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063480"/>
            <a:ext cx="7772400" cy="5588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36523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diagram – Office hours</a:t>
            </a:r>
            <a:endParaRPr lang="cs-CZ" dirty="0"/>
          </a:p>
        </p:txBody>
      </p:sp>
      <p:pic>
        <p:nvPicPr>
          <p:cNvPr id="4" name="Zástupný symbol pro obsah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15482" y="1322761"/>
            <a:ext cx="10161036" cy="5535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0254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Deployment diagram(Martin)</a:t>
            </a:r>
            <a:endParaRPr lang="cs-CZ" dirty="0"/>
          </a:p>
        </p:txBody>
      </p:sp>
      <p:pic>
        <p:nvPicPr>
          <p:cNvPr id="4" name="Zástupný symbol pro obsah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2005263"/>
            <a:ext cx="12192000" cy="4034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35890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ctrTitle"/>
          </p:nvPr>
        </p:nvSpPr>
        <p:spPr>
          <a:xfrm>
            <a:off x="1524000" y="1505821"/>
            <a:ext cx="9144000" cy="2387600"/>
          </a:xfrm>
        </p:spPr>
        <p:txBody>
          <a:bodyPr/>
          <a:lstStyle/>
          <a:p>
            <a:r>
              <a:rPr lang="en-US" dirty="0"/>
              <a:t>Thank you</a:t>
            </a: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2724615140"/>
      </p:ext>
    </p:extLst>
  </p:cSld>
  <p:clrMapOvr>
    <a:masterClrMapping/>
  </p:clrMapOvr>
</p:sld>
</file>

<file path=ppt/theme/theme1.xml><?xml version="1.0" encoding="utf-8"?>
<a:theme xmlns:a="http://schemas.openxmlformats.org/drawingml/2006/main" name="Motiv Office">
  <a:themeElements>
    <a:clrScheme name="Kancelář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Kancelář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ancelář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107</Words>
  <Application>Microsoft Office PowerPoint</Application>
  <PresentationFormat>Panorámica</PresentationFormat>
  <Paragraphs>21</Paragraphs>
  <Slides>14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18" baseType="lpstr">
      <vt:lpstr>Arial</vt:lpstr>
      <vt:lpstr>Calibri</vt:lpstr>
      <vt:lpstr>Calibri Light</vt:lpstr>
      <vt:lpstr>Motiv Office</vt:lpstr>
      <vt:lpstr>Schedules 1</vt:lpstr>
      <vt:lpstr>Core Features</vt:lpstr>
      <vt:lpstr>Layered Architecture – Office Hours</vt:lpstr>
      <vt:lpstr>Layered Architecture – Viewing the Timetable</vt:lpstr>
      <vt:lpstr>Layered Architecture – Room Info Description</vt:lpstr>
      <vt:lpstr>Layered Architecture – Schedule Modification</vt:lpstr>
      <vt:lpstr>C4 model L1 :</vt:lpstr>
      <vt:lpstr>C4 Model L2:</vt:lpstr>
      <vt:lpstr>L3 diagram - Statistics</vt:lpstr>
      <vt:lpstr>L3 diagram – Office hours</vt:lpstr>
      <vt:lpstr>L3 Diagram – Viewing Course info</vt:lpstr>
      <vt:lpstr>Dynamic diagram – Office hours</vt:lpstr>
      <vt:lpstr>Deployment diagram(Martin)</vt:lpstr>
      <vt:lpstr>Thank you</vt:lpstr>
    </vt:vector>
  </TitlesOfParts>
  <Company>MFF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Schedules 1</dc:title>
  <dc:creator>student</dc:creator>
  <cp:lastModifiedBy>Iker Joaquín</cp:lastModifiedBy>
  <cp:revision>6</cp:revision>
  <dcterms:created xsi:type="dcterms:W3CDTF">2025-11-24T10:35:05Z</dcterms:created>
  <dcterms:modified xsi:type="dcterms:W3CDTF">2025-11-24T12:18:02Z</dcterms:modified>
</cp:coreProperties>
</file>