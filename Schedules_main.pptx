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5" r:id="rId4"/>
    <p:sldId id="266" r:id="rId5"/>
    <p:sldId id="267" r:id="rId6"/>
    <p:sldId id="268" r:id="rId7"/>
    <p:sldId id="257" r:id="rId8"/>
    <p:sldId id="258" r:id="rId9"/>
    <p:sldId id="259" r:id="rId10"/>
    <p:sldId id="264" r:id="rId11"/>
    <p:sldId id="269" r:id="rId12"/>
    <p:sldId id="263" r:id="rId13"/>
    <p:sldId id="262" r:id="rId14"/>
    <p:sldId id="261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ABB8E-965C-4469-B16F-F6ECC8812E6B}" v="1" dt="2025-11-24T11:40:50.413"/>
    <p1510:client id="{D372128E-F29A-4FF8-90EC-05D9451787E5}" v="1" dt="2025-11-24T12:16:07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ker Joaquín" userId="acaffbe4a706a9d4" providerId="LiveId" clId="{D1DFD0CF-3B6A-4A93-9F8B-FF939B2F1C04}"/>
    <pc:docChg chg="undo custSel addSld modSld sldOrd">
      <pc:chgData name="Iker Joaquín" userId="acaffbe4a706a9d4" providerId="LiveId" clId="{D1DFD0CF-3B6A-4A93-9F8B-FF939B2F1C04}" dt="2025-11-24T12:16:22.612" v="140" actId="20577"/>
      <pc:docMkLst>
        <pc:docMk/>
      </pc:docMkLst>
      <pc:sldChg chg="addSp modSp mod">
        <pc:chgData name="Iker Joaquín" userId="acaffbe4a706a9d4" providerId="LiveId" clId="{D1DFD0CF-3B6A-4A93-9F8B-FF939B2F1C04}" dt="2025-11-24T12:16:22.612" v="140" actId="20577"/>
        <pc:sldMkLst>
          <pc:docMk/>
          <pc:sldMk cId="2559727546" sldId="259"/>
        </pc:sldMkLst>
        <pc:spChg chg="mod">
          <ac:chgData name="Iker Joaquín" userId="acaffbe4a706a9d4" providerId="LiveId" clId="{D1DFD0CF-3B6A-4A93-9F8B-FF939B2F1C04}" dt="2025-11-24T12:16:22.612" v="140" actId="20577"/>
          <ac:spMkLst>
            <pc:docMk/>
            <pc:sldMk cId="2559727546" sldId="259"/>
            <ac:spMk id="2" creationId="{00000000-0000-0000-0000-000000000000}"/>
          </ac:spMkLst>
        </pc:spChg>
        <pc:picChg chg="add">
          <ac:chgData name="Iker Joaquín" userId="acaffbe4a706a9d4" providerId="LiveId" clId="{D1DFD0CF-3B6A-4A93-9F8B-FF939B2F1C04}" dt="2025-11-24T11:40:50.413" v="4"/>
          <ac:picMkLst>
            <pc:docMk/>
            <pc:sldMk cId="2559727546" sldId="259"/>
            <ac:picMk id="3" creationId="{70FE3505-2832-17D5-FAA4-5C84D05B3612}"/>
          </ac:picMkLst>
        </pc:picChg>
      </pc:sldChg>
      <pc:sldChg chg="ord">
        <pc:chgData name="Iker Joaquín" userId="acaffbe4a706a9d4" providerId="LiveId" clId="{D1DFD0CF-3B6A-4A93-9F8B-FF939B2F1C04}" dt="2025-11-24T12:15:55.419" v="113"/>
        <pc:sldMkLst>
          <pc:docMk/>
          <pc:sldMk cId="1413589051" sldId="262"/>
        </pc:sldMkLst>
      </pc:sldChg>
      <pc:sldChg chg="modSp mod">
        <pc:chgData name="Iker Joaquín" userId="acaffbe4a706a9d4" providerId="LiveId" clId="{D1DFD0CF-3B6A-4A93-9F8B-FF939B2F1C04}" dt="2025-11-24T11:40:42.530" v="3" actId="1076"/>
        <pc:sldMkLst>
          <pc:docMk/>
          <pc:sldMk cId="156025415" sldId="263"/>
        </pc:sldMkLst>
        <pc:spChg chg="mod">
          <ac:chgData name="Iker Joaquín" userId="acaffbe4a706a9d4" providerId="LiveId" clId="{D1DFD0CF-3B6A-4A93-9F8B-FF939B2F1C04}" dt="2025-11-24T11:40:30.689" v="0" actId="20577"/>
          <ac:spMkLst>
            <pc:docMk/>
            <pc:sldMk cId="156025415" sldId="263"/>
            <ac:spMk id="2" creationId="{00000000-0000-0000-0000-000000000000}"/>
          </ac:spMkLst>
        </pc:spChg>
        <pc:picChg chg="mod">
          <ac:chgData name="Iker Joaquín" userId="acaffbe4a706a9d4" providerId="LiveId" clId="{D1DFD0CF-3B6A-4A93-9F8B-FF939B2F1C04}" dt="2025-11-24T11:40:42.530" v="3" actId="1076"/>
          <ac:picMkLst>
            <pc:docMk/>
            <pc:sldMk cId="156025415" sldId="263"/>
            <ac:picMk id="4" creationId="{00000000-0000-0000-0000-000000000000}"/>
          </ac:picMkLst>
        </pc:picChg>
      </pc:sldChg>
      <pc:sldChg chg="addSp delSp modSp add mod ord setBg">
        <pc:chgData name="Iker Joaquín" userId="acaffbe4a706a9d4" providerId="LiveId" clId="{D1DFD0CF-3B6A-4A93-9F8B-FF939B2F1C04}" dt="2025-11-24T11:42:04.301" v="31" actId="26606"/>
        <pc:sldMkLst>
          <pc:docMk/>
          <pc:sldMk cId="2948255022" sldId="264"/>
        </pc:sldMkLst>
        <pc:spChg chg="mod">
          <ac:chgData name="Iker Joaquín" userId="acaffbe4a706a9d4" providerId="LiveId" clId="{D1DFD0CF-3B6A-4A93-9F8B-FF939B2F1C04}" dt="2025-11-24T11:42:04.301" v="31" actId="26606"/>
          <ac:spMkLst>
            <pc:docMk/>
            <pc:sldMk cId="2948255022" sldId="264"/>
            <ac:spMk id="2" creationId="{833D3A3F-DE7C-C301-BA9A-40CCD22C666D}"/>
          </ac:spMkLst>
        </pc:spChg>
        <pc:spChg chg="add del mod">
          <ac:chgData name="Iker Joaquín" userId="acaffbe4a706a9d4" providerId="LiveId" clId="{D1DFD0CF-3B6A-4A93-9F8B-FF939B2F1C04}" dt="2025-11-24T11:41:55.166" v="27" actId="22"/>
          <ac:spMkLst>
            <pc:docMk/>
            <pc:sldMk cId="2948255022" sldId="264"/>
            <ac:spMk id="5" creationId="{AFCB96BA-EBE3-8010-B168-E450D6708830}"/>
          </ac:spMkLst>
        </pc:spChg>
        <pc:spChg chg="add">
          <ac:chgData name="Iker Joaquín" userId="acaffbe4a706a9d4" providerId="LiveId" clId="{D1DFD0CF-3B6A-4A93-9F8B-FF939B2F1C04}" dt="2025-11-24T11:42:04.301" v="31" actId="26606"/>
          <ac:spMkLst>
            <pc:docMk/>
            <pc:sldMk cId="2948255022" sldId="264"/>
            <ac:spMk id="14" creationId="{022BDE4A-8A20-4A69-9C5A-581C82036A4D}"/>
          </ac:spMkLst>
        </pc:spChg>
        <pc:picChg chg="del">
          <ac:chgData name="Iker Joaquín" userId="acaffbe4a706a9d4" providerId="LiveId" clId="{D1DFD0CF-3B6A-4A93-9F8B-FF939B2F1C04}" dt="2025-11-24T11:41:02.791" v="8" actId="478"/>
          <ac:picMkLst>
            <pc:docMk/>
            <pc:sldMk cId="2948255022" sldId="264"/>
            <ac:picMk id="4" creationId="{D967A8F6-5249-C863-76B4-61660697638C}"/>
          </ac:picMkLst>
        </pc:picChg>
        <pc:picChg chg="add mod">
          <ac:chgData name="Iker Joaquín" userId="acaffbe4a706a9d4" providerId="LiveId" clId="{D1DFD0CF-3B6A-4A93-9F8B-FF939B2F1C04}" dt="2025-11-24T11:42:04.301" v="31" actId="26606"/>
          <ac:picMkLst>
            <pc:docMk/>
            <pc:sldMk cId="2948255022" sldId="264"/>
            <ac:picMk id="7" creationId="{0FBF5F8E-8772-5A2D-7036-36CC5F7A5DDC}"/>
          </ac:picMkLst>
        </pc:picChg>
        <pc:picChg chg="add mod ord">
          <ac:chgData name="Iker Joaquín" userId="acaffbe4a706a9d4" providerId="LiveId" clId="{D1DFD0CF-3B6A-4A93-9F8B-FF939B2F1C04}" dt="2025-11-24T11:42:04.301" v="31" actId="26606"/>
          <ac:picMkLst>
            <pc:docMk/>
            <pc:sldMk cId="2948255022" sldId="264"/>
            <ac:picMk id="9" creationId="{E2E043D0-5080-A83B-1219-A05981200FEB}"/>
          </ac:picMkLst>
        </pc:picChg>
      </pc:sldChg>
      <pc:sldChg chg="addSp delSp modSp add mod ord">
        <pc:chgData name="Iker Joaquín" userId="acaffbe4a706a9d4" providerId="LiveId" clId="{D1DFD0CF-3B6A-4A93-9F8B-FF939B2F1C04}" dt="2025-11-24T11:43:31.312" v="107"/>
        <pc:sldMkLst>
          <pc:docMk/>
          <pc:sldMk cId="2360420157" sldId="265"/>
        </pc:sldMkLst>
        <pc:spChg chg="mod">
          <ac:chgData name="Iker Joaquín" userId="acaffbe4a706a9d4" providerId="LiveId" clId="{D1DFD0CF-3B6A-4A93-9F8B-FF939B2F1C04}" dt="2025-11-24T11:43:06.178" v="101" actId="20577"/>
          <ac:spMkLst>
            <pc:docMk/>
            <pc:sldMk cId="2360420157" sldId="265"/>
            <ac:spMk id="2" creationId="{DA87C2A9-410E-C863-BF7A-820E45945E70}"/>
          </ac:spMkLst>
        </pc:spChg>
        <pc:spChg chg="add mod">
          <ac:chgData name="Iker Joaquín" userId="acaffbe4a706a9d4" providerId="LiveId" clId="{D1DFD0CF-3B6A-4A93-9F8B-FF939B2F1C04}" dt="2025-11-24T11:43:08.179" v="102" actId="478"/>
          <ac:spMkLst>
            <pc:docMk/>
            <pc:sldMk cId="2360420157" sldId="265"/>
            <ac:spMk id="4" creationId="{8B59B3E3-153C-407E-8FE3-3BBA417EDE79}"/>
          </ac:spMkLst>
        </pc:spChg>
        <pc:picChg chg="add mod">
          <ac:chgData name="Iker Joaquín" userId="acaffbe4a706a9d4" providerId="LiveId" clId="{D1DFD0CF-3B6A-4A93-9F8B-FF939B2F1C04}" dt="2025-11-24T11:43:17.452" v="105" actId="1076"/>
          <ac:picMkLst>
            <pc:docMk/>
            <pc:sldMk cId="2360420157" sldId="265"/>
            <ac:picMk id="6" creationId="{F3E98A77-2059-900D-BEDE-F3AB1612C147}"/>
          </ac:picMkLst>
        </pc:picChg>
        <pc:picChg chg="del">
          <ac:chgData name="Iker Joaquín" userId="acaffbe4a706a9d4" providerId="LiveId" clId="{D1DFD0CF-3B6A-4A93-9F8B-FF939B2F1C04}" dt="2025-11-24T11:43:14.647" v="103" actId="478"/>
          <ac:picMkLst>
            <pc:docMk/>
            <pc:sldMk cId="2360420157" sldId="265"/>
            <ac:picMk id="7" creationId="{5CA016E7-CD51-9119-C816-C85234B6FD9D}"/>
          </ac:picMkLst>
        </pc:picChg>
        <pc:picChg chg="del">
          <ac:chgData name="Iker Joaquín" userId="acaffbe4a706a9d4" providerId="LiveId" clId="{D1DFD0CF-3B6A-4A93-9F8B-FF939B2F1C04}" dt="2025-11-24T11:43:08.179" v="102" actId="478"/>
          <ac:picMkLst>
            <pc:docMk/>
            <pc:sldMk cId="2360420157" sldId="265"/>
            <ac:picMk id="9" creationId="{22F08692-0940-AD05-3931-06F4040D4C64}"/>
          </ac:picMkLst>
        </pc:picChg>
      </pc:sldChg>
      <pc:sldChg chg="ord">
        <pc:chgData name="Iker Joaquín" userId="acaffbe4a706a9d4" providerId="LiveId" clId="{D1DFD0CF-3B6A-4A93-9F8B-FF939B2F1C04}" dt="2025-11-24T12:15:51.371" v="109"/>
        <pc:sldMkLst>
          <pc:docMk/>
          <pc:sldMk cId="77365237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739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320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1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994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938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746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904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296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2601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694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257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32909-F848-46C4-A1DA-D7EC428885C6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603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Schedules 1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78973"/>
          </a:xfrm>
        </p:spPr>
        <p:txBody>
          <a:bodyPr>
            <a:normAutofit/>
          </a:bodyPr>
          <a:lstStyle/>
          <a:p>
            <a:r>
              <a:rPr lang="en-US" dirty="0"/>
              <a:t>Team members:</a:t>
            </a:r>
            <a:br>
              <a:rPr lang="en-US" dirty="0"/>
            </a:br>
            <a:r>
              <a:rPr lang="en-US" dirty="0"/>
              <a:t>Martin</a:t>
            </a:r>
          </a:p>
          <a:p>
            <a:r>
              <a:rPr lang="en-US" dirty="0" err="1"/>
              <a:t>Vladyslav</a:t>
            </a:r>
            <a:br>
              <a:rPr lang="en-US" dirty="0"/>
            </a:br>
            <a:r>
              <a:rPr lang="en-US" dirty="0" err="1"/>
              <a:t>Valentyn</a:t>
            </a:r>
            <a:br>
              <a:rPr lang="en-US" dirty="0"/>
            </a:br>
            <a:r>
              <a:rPr lang="en-US" dirty="0" err="1"/>
              <a:t>Yash</a:t>
            </a:r>
            <a:br>
              <a:rPr lang="en-US" dirty="0"/>
            </a:br>
            <a:r>
              <a:rPr lang="en-US" dirty="0"/>
              <a:t>Iker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2097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Viewing the timetable (</a:t>
            </a:r>
            <a:r>
              <a:rPr lang="en-US" dirty="0" err="1"/>
              <a:t>Valentyn</a:t>
            </a:r>
            <a:r>
              <a:rPr lang="en-US" dirty="0"/>
              <a:t>)</a:t>
            </a:r>
          </a:p>
          <a:p>
            <a:r>
              <a:rPr lang="en-US" dirty="0"/>
              <a:t>Viewing the course info (</a:t>
            </a:r>
            <a:r>
              <a:rPr lang="en-US" dirty="0" err="1"/>
              <a:t>Yash</a:t>
            </a:r>
            <a:r>
              <a:rPr lang="en-US" dirty="0"/>
              <a:t>)</a:t>
            </a:r>
          </a:p>
          <a:p>
            <a:r>
              <a:rPr lang="en-US" dirty="0"/>
              <a:t>Viewing the teacher info – office hours (Iker)</a:t>
            </a:r>
          </a:p>
          <a:p>
            <a:r>
              <a:rPr lang="en-US" dirty="0"/>
              <a:t>Schedule modification (Vlad)</a:t>
            </a:r>
          </a:p>
          <a:p>
            <a:r>
              <a:rPr lang="en-US" dirty="0"/>
              <a:t>Statistical reports (Martin)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7220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B5998-786D-14F9-6C33-6D10DB5E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4FCDB4A-EA76-D74C-E77E-A11D85FE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A87C2A9-410E-C863-BF7A-820E45945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Layered Architecture – Office Hours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59B3E3-153C-407E-8FE3-3BBA417ED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E98A77-2059-900D-BEDE-F3AB1612C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12192000" cy="434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2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5DFE9-016D-A699-B070-7796E49C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E0E81EA-CDCC-BDEC-B75E-24301CD6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7EC0DE2-9A10-10A1-D3AB-3F97C3BB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Layered Architecture – </a:t>
            </a:r>
            <a:r>
              <a:rPr lang="en-US" sz="5200" dirty="0"/>
              <a:t>Viewing the Timetable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EA1390-585D-2213-E8C1-551EA40A9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2669"/>
            <a:ext cx="10334904" cy="459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1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B680D-2346-DDA6-B50C-9D050C79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5B17A5-ADF0-29DA-CDDE-5B7B4E742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89F61C-67DA-BED6-02B4-3EBD9533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Layered Architecture – </a:t>
            </a:r>
            <a:r>
              <a:rPr lang="en-US" sz="5200" dirty="0"/>
              <a:t>Room Info Description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4FD57-FBC0-1BB8-1E3A-81096CC52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444" y="1499142"/>
            <a:ext cx="8855111" cy="508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6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CB77F-BC70-5664-7722-A350A824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E8417-CC01-2F30-81F2-BDBBBD755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BD57C7-7463-36C3-E213-CDE2F461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Layered Architecture – </a:t>
            </a:r>
            <a:r>
              <a:rPr lang="en-US" sz="5200" dirty="0"/>
              <a:t>Schedule Modification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1C63C-ACAD-A011-90BC-A4C1537B7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700" y="1340805"/>
            <a:ext cx="7822902" cy="534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01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C4 model L1 :</a:t>
            </a:r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6" y="1284100"/>
            <a:ext cx="11437667" cy="557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26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C4 Model L2: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30037"/>
            <a:ext cx="12070080" cy="426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9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L3 diagram -</a:t>
            </a:r>
            <a:br>
              <a:rPr lang="en-US" dirty="0"/>
            </a:br>
            <a:r>
              <a:rPr lang="en-US" dirty="0"/>
              <a:t>Statistics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671" y="0"/>
            <a:ext cx="7175329" cy="666327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0FE3505-2832-17D5-FAA4-5C84D05B3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2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7EDE3-0F5B-102E-1075-373E0862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33D3A3F-DE7C-C301-BA9A-40CCD22C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6702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L3 diagram – Office hours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E2E043D0-5080-A83B-1219-A05981200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251" r="-2" b="-114"/>
          <a:stretch/>
        </p:blipFill>
        <p:spPr>
          <a:xfrm>
            <a:off x="287828" y="840658"/>
            <a:ext cx="5803323" cy="57223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BF5F8E-8772-5A2D-7036-36CC5F7A5D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8" b="60"/>
          <a:stretch/>
        </p:blipFill>
        <p:spPr>
          <a:xfrm>
            <a:off x="7092836" y="840658"/>
            <a:ext cx="4459051" cy="601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5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05716-B3C7-19F0-1D23-1B3C7A9E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C45884-D71A-C278-2934-0DD665F8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-262083"/>
            <a:ext cx="10515600" cy="1325563"/>
          </a:xfrm>
        </p:spPr>
        <p:txBody>
          <a:bodyPr/>
          <a:lstStyle/>
          <a:p>
            <a:r>
              <a:rPr lang="en-US" dirty="0"/>
              <a:t>L3 Diagram – Viewing Course info</a:t>
            </a:r>
            <a:endParaRPr lang="cs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778291-FFBC-D3E6-AF11-CB8E527EE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63480"/>
            <a:ext cx="7772400" cy="55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52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diagram – Office hours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5482" y="1322761"/>
            <a:ext cx="10161036" cy="553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5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diagram(Martin)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5263"/>
            <a:ext cx="12192000" cy="403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89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505821"/>
            <a:ext cx="9144000" cy="2387600"/>
          </a:xfrm>
        </p:spPr>
        <p:txBody>
          <a:bodyPr/>
          <a:lstStyle/>
          <a:p>
            <a:r>
              <a:rPr lang="en-US" dirty="0"/>
              <a:t>Thank you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2461514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107</Words>
  <Application>Microsoft Office PowerPoint</Application>
  <PresentationFormat>Panorámica</PresentationFormat>
  <Paragraphs>21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Motiv Office</vt:lpstr>
      <vt:lpstr>Schedules 1</vt:lpstr>
      <vt:lpstr>Core Features</vt:lpstr>
      <vt:lpstr>Layered Architecture – Office Hours</vt:lpstr>
      <vt:lpstr>Layered Architecture – Viewing the Timetable</vt:lpstr>
      <vt:lpstr>Layered Architecture – Room Info Description</vt:lpstr>
      <vt:lpstr>Layered Architecture – Schedule Modification</vt:lpstr>
      <vt:lpstr>C4 model L1 :</vt:lpstr>
      <vt:lpstr>C4 Model L2:</vt:lpstr>
      <vt:lpstr>L3 diagram - Statistics</vt:lpstr>
      <vt:lpstr>L3 diagram – Office hours</vt:lpstr>
      <vt:lpstr>L3 Diagram – Viewing Course info</vt:lpstr>
      <vt:lpstr>Dynamic diagram – Office hours</vt:lpstr>
      <vt:lpstr>Deployment diagram(Martin)</vt:lpstr>
      <vt:lpstr>Thank you</vt:lpstr>
    </vt:vector>
  </TitlesOfParts>
  <Company>MFF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Schedules 1</dc:title>
  <dc:creator>student</dc:creator>
  <cp:lastModifiedBy>Iker Joaquín</cp:lastModifiedBy>
  <cp:revision>6</cp:revision>
  <dcterms:created xsi:type="dcterms:W3CDTF">2025-11-24T10:35:05Z</dcterms:created>
  <dcterms:modified xsi:type="dcterms:W3CDTF">2025-11-24T12:16:26Z</dcterms:modified>
</cp:coreProperties>
</file>