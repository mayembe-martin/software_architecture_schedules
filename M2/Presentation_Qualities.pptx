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60" r:id="rId3"/>
    <p:sldId id="261" r:id="rId4"/>
    <p:sldId id="257" r:id="rId5"/>
    <p:sldId id="259" r:id="rId6"/>
    <p:sldId id="262" r:id="rId7"/>
    <p:sldId id="263" r:id="rId8"/>
    <p:sldId id="264" r:id="rId9"/>
    <p:sldId id="265" r:id="rId10"/>
    <p:sldId id="266" r:id="rId11"/>
    <p:sldId id="267" r:id="rId12"/>
    <p:sldId id="268" r:id="rId13"/>
    <p:sldId id="269" r:id="rId14"/>
    <p:sldId id="271" r:id="rId15"/>
    <p:sldId id="272" r:id="rId16"/>
    <p:sldId id="273" r:id="rId17"/>
    <p:sldId id="274"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9" dt="2026-01-02T16:32:01.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0"/>
    <p:restoredTop sz="94699"/>
  </p:normalViewPr>
  <p:slideViewPr>
    <p:cSldViewPr snapToGrid="0">
      <p:cViewPr varScale="1">
        <p:scale>
          <a:sx n="103" d="100"/>
          <a:sy n="103" d="100"/>
        </p:scale>
        <p:origin x="89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pc:chgData name="Iker Joaquín" userId="acaffbe4a706a9d4" providerId="LiveId" clId="{D1DFD0CF-3B6A-4A93-9F8B-FF939B2F1C04}" dt="2026-01-02T16:32:26.172" v="1831" actId="1076"/>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pChg chg="add del">
          <ac:chgData name="Iker Joaquín" userId="acaffbe4a706a9d4" providerId="LiveId" clId="{D1DFD0CF-3B6A-4A93-9F8B-FF939B2F1C04}" dt="2026-01-02T15:03:02.965" v="46" actId="26606"/>
          <ac:spMkLst>
            <pc:docMk/>
            <pc:sldMk cId="527988461" sldId="256"/>
            <ac:spMk id="8" creationId="{5A292AEA-2528-46C0-B426-95822B6141FB}"/>
          </ac:spMkLst>
        </pc:spChg>
        <pc:spChg chg="add del">
          <ac:chgData name="Iker Joaquín" userId="acaffbe4a706a9d4" providerId="LiveId" clId="{D1DFD0CF-3B6A-4A93-9F8B-FF939B2F1C04}" dt="2026-01-02T15:03:02.965" v="46" actId="26606"/>
          <ac:spMkLst>
            <pc:docMk/>
            <pc:sldMk cId="527988461" sldId="256"/>
            <ac:spMk id="10" creationId="{D8B7B198-E4DF-43CD-AD8C-199884323745}"/>
          </ac:spMkLst>
        </pc:spChg>
        <pc:spChg chg="add del">
          <ac:chgData name="Iker Joaquín" userId="acaffbe4a706a9d4" providerId="LiveId" clId="{D1DFD0CF-3B6A-4A93-9F8B-FF939B2F1C04}" dt="2026-01-02T15:03:02.965" v="46" actId="26606"/>
          <ac:spMkLst>
            <pc:docMk/>
            <pc:sldMk cId="527988461" sldId="256"/>
            <ac:spMk id="12" creationId="{2BE67753-EA0E-4819-8D22-0B6600CF7231}"/>
          </ac:spMkLst>
        </pc:spChg>
        <pc:grpChg chg="add del">
          <ac:chgData name="Iker Joaquín" userId="acaffbe4a706a9d4" providerId="LiveId" clId="{D1DFD0CF-3B6A-4A93-9F8B-FF939B2F1C04}" dt="2026-01-02T15:03:02.965" v="46" actId="26606"/>
          <ac:grpSpMkLst>
            <pc:docMk/>
            <pc:sldMk cId="527988461" sldId="256"/>
            <ac:grpSpMk id="14" creationId="{D76D63AC-0421-45EC-B383-E79A61A78C6B}"/>
          </ac:grpSpMkLst>
        </pc:grpChg>
        <pc:grpChg chg="add del">
          <ac:chgData name="Iker Joaquín" userId="acaffbe4a706a9d4" providerId="LiveId" clId="{D1DFD0CF-3B6A-4A93-9F8B-FF939B2F1C04}" dt="2026-01-02T15:03:02.965" v="46" actId="26606"/>
          <ac:grpSpMkLst>
            <pc:docMk/>
            <pc:sldMk cId="527988461" sldId="256"/>
            <ac:grpSpMk id="23" creationId="{87F87F1B-42BA-4AC7-A4E2-41544DDB2CE3}"/>
          </ac:grpSpMkLst>
        </pc:grpChg>
        <pc:grpChg chg="add del">
          <ac:chgData name="Iker Joaquín" userId="acaffbe4a706a9d4" providerId="LiveId" clId="{D1DFD0CF-3B6A-4A93-9F8B-FF939B2F1C04}" dt="2026-01-02T15:03:02.965" v="46" actId="26606"/>
          <ac:grpSpMkLst>
            <pc:docMk/>
            <pc:sldMk cId="527988461" sldId="256"/>
            <ac:grpSpMk id="29" creationId="{967346A5-7569-4F15-AB5D-BE3DADF192C0}"/>
          </ac:grpSpMkLst>
        </pc:grpChg>
      </pc:sldChg>
      <pc:sldChg chg="addSp delSp modSp new mod setBg">
        <pc:chgData name="Iker Joaquín" userId="acaffbe4a706a9d4" providerId="LiveId" clId="{D1DFD0CF-3B6A-4A93-9F8B-FF939B2F1C04}" dt="2026-01-02T15:48:04.979" v="597" actId="1076"/>
        <pc:sldMkLst>
          <pc:docMk/>
          <pc:sldMk cId="648425079" sldId="257"/>
        </pc:sldMkLst>
        <pc:spChg chg="mod">
          <ac:chgData name="Iker Joaquín" userId="acaffbe4a706a9d4" providerId="LiveId" clId="{D1DFD0CF-3B6A-4A93-9F8B-FF939B2F1C04}" dt="2026-01-02T15:48:00.617" v="594" actId="26606"/>
          <ac:spMkLst>
            <pc:docMk/>
            <pc:sldMk cId="648425079" sldId="257"/>
            <ac:spMk id="2" creationId="{70D810E6-D634-5775-23EC-7C1CD5F9B4BC}"/>
          </ac:spMkLst>
        </pc:spChg>
        <pc:spChg chg="mod">
          <ac:chgData name="Iker Joaquín" userId="acaffbe4a706a9d4" providerId="LiveId" clId="{D1DFD0CF-3B6A-4A93-9F8B-FF939B2F1C04}" dt="2026-01-02T15:48:00.617" v="594" actId="26606"/>
          <ac:spMkLst>
            <pc:docMk/>
            <pc:sldMk cId="648425079" sldId="257"/>
            <ac:spMk id="3" creationId="{61F5AB5F-386D-CE95-CCBF-2F74C67C4105}"/>
          </ac:spMkLst>
        </pc:spChg>
        <pc:spChg chg="add del">
          <ac:chgData name="Iker Joaquín" userId="acaffbe4a706a9d4" providerId="LiveId" clId="{D1DFD0CF-3B6A-4A93-9F8B-FF939B2F1C04}" dt="2026-01-02T15:47:10.307" v="588" actId="26606"/>
          <ac:spMkLst>
            <pc:docMk/>
            <pc:sldMk cId="648425079" sldId="257"/>
            <ac:spMk id="10" creationId="{DBC6133C-0615-4CE4-9132-37E609A9BDFA}"/>
          </ac:spMkLst>
        </pc:spChg>
        <pc:spChg chg="add del">
          <ac:chgData name="Iker Joaquín" userId="acaffbe4a706a9d4" providerId="LiveId" clId="{D1DFD0CF-3B6A-4A93-9F8B-FF939B2F1C04}" dt="2026-01-02T15:47:10.307" v="588" actId="26606"/>
          <ac:spMkLst>
            <pc:docMk/>
            <pc:sldMk cId="648425079" sldId="257"/>
            <ac:spMk id="12" creationId="{169CC832-2974-4E8D-90ED-3E2941BA7336}"/>
          </ac:spMkLst>
        </pc:spChg>
        <pc:spChg chg="add del">
          <ac:chgData name="Iker Joaquín" userId="acaffbe4a706a9d4" providerId="LiveId" clId="{D1DFD0CF-3B6A-4A93-9F8B-FF939B2F1C04}" dt="2026-01-02T15:47:10.307" v="588" actId="26606"/>
          <ac:spMkLst>
            <pc:docMk/>
            <pc:sldMk cId="648425079" sldId="257"/>
            <ac:spMk id="14" creationId="{55222F96-971A-4F90-B841-6BAB416C7AC1}"/>
          </ac:spMkLst>
        </pc:spChg>
        <pc:spChg chg="add del">
          <ac:chgData name="Iker Joaquín" userId="acaffbe4a706a9d4" providerId="LiveId" clId="{D1DFD0CF-3B6A-4A93-9F8B-FF939B2F1C04}" dt="2026-01-02T15:47:10.307" v="588" actId="26606"/>
          <ac:spMkLst>
            <pc:docMk/>
            <pc:sldMk cId="648425079" sldId="257"/>
            <ac:spMk id="16" creationId="{08980754-6F4B-43C9-B9BE-127B6BED6586}"/>
          </ac:spMkLst>
        </pc:spChg>
        <pc:spChg chg="add del">
          <ac:chgData name="Iker Joaquín" userId="acaffbe4a706a9d4" providerId="LiveId" clId="{D1DFD0CF-3B6A-4A93-9F8B-FF939B2F1C04}" dt="2026-01-02T15:47:10.307" v="588" actId="26606"/>
          <ac:spMkLst>
            <pc:docMk/>
            <pc:sldMk cId="648425079" sldId="257"/>
            <ac:spMk id="18" creationId="{2C1BBA94-3F40-40AA-8BB9-E69E25E537C1}"/>
          </ac:spMkLst>
        </pc:spChg>
        <pc:spChg chg="add del">
          <ac:chgData name="Iker Joaquín" userId="acaffbe4a706a9d4" providerId="LiveId" clId="{D1DFD0CF-3B6A-4A93-9F8B-FF939B2F1C04}" dt="2026-01-02T15:48:00.620" v="595" actId="26606"/>
          <ac:spMkLst>
            <pc:docMk/>
            <pc:sldMk cId="648425079" sldId="257"/>
            <ac:spMk id="20" creationId="{743AA782-23D1-4521-8CAD-47662984AA08}"/>
          </ac:spMkLst>
        </pc:spChg>
        <pc:spChg chg="add del">
          <ac:chgData name="Iker Joaquín" userId="acaffbe4a706a9d4" providerId="LiveId" clId="{D1DFD0CF-3B6A-4A93-9F8B-FF939B2F1C04}" dt="2026-01-02T15:48:00.620" v="595" actId="26606"/>
          <ac:spMkLst>
            <pc:docMk/>
            <pc:sldMk cId="648425079" sldId="257"/>
            <ac:spMk id="21" creationId="{71877DBC-BB60-40F0-AC93-2ACDBAAE60CE}"/>
          </ac:spMkLst>
        </pc:spChg>
        <pc:spChg chg="add del">
          <ac:chgData name="Iker Joaquín" userId="acaffbe4a706a9d4" providerId="LiveId" clId="{D1DFD0CF-3B6A-4A93-9F8B-FF939B2F1C04}" dt="2026-01-02T15:48:00.617" v="594" actId="26606"/>
          <ac:spMkLst>
            <pc:docMk/>
            <pc:sldMk cId="648425079" sldId="257"/>
            <ac:spMk id="26" creationId="{7FF47CB7-972F-479F-A36D-9E72D26EC8DA}"/>
          </ac:spMkLst>
        </pc:spChg>
        <pc:spChg chg="add del">
          <ac:chgData name="Iker Joaquín" userId="acaffbe4a706a9d4" providerId="LiveId" clId="{D1DFD0CF-3B6A-4A93-9F8B-FF939B2F1C04}" dt="2026-01-02T15:48:00.617" v="594" actId="26606"/>
          <ac:spMkLst>
            <pc:docMk/>
            <pc:sldMk cId="648425079" sldId="257"/>
            <ac:spMk id="28" creationId="{0D153B68-5844-490D-8E67-F616D6D721CA}"/>
          </ac:spMkLst>
        </pc:spChg>
        <pc:spChg chg="add del">
          <ac:chgData name="Iker Joaquín" userId="acaffbe4a706a9d4" providerId="LiveId" clId="{D1DFD0CF-3B6A-4A93-9F8B-FF939B2F1C04}" dt="2026-01-02T15:48:00.617" v="594" actId="26606"/>
          <ac:spMkLst>
            <pc:docMk/>
            <pc:sldMk cId="648425079" sldId="257"/>
            <ac:spMk id="30" creationId="{9A0D773F-7A7D-4DBB-9DEA-86BB8B8F4BC8}"/>
          </ac:spMkLst>
        </pc:spChg>
        <pc:spChg chg="add">
          <ac:chgData name="Iker Joaquín" userId="acaffbe4a706a9d4" providerId="LiveId" clId="{D1DFD0CF-3B6A-4A93-9F8B-FF939B2F1C04}" dt="2026-01-02T15:48:00.620" v="595" actId="26606"/>
          <ac:spMkLst>
            <pc:docMk/>
            <pc:sldMk cId="648425079" sldId="257"/>
            <ac:spMk id="32" creationId="{743AA782-23D1-4521-8CAD-47662984AA08}"/>
          </ac:spMkLst>
        </pc:spChg>
        <pc:spChg chg="add">
          <ac:chgData name="Iker Joaquín" userId="acaffbe4a706a9d4" providerId="LiveId" clId="{D1DFD0CF-3B6A-4A93-9F8B-FF939B2F1C04}" dt="2026-01-02T15:48:00.620" v="595" actId="26606"/>
          <ac:spMkLst>
            <pc:docMk/>
            <pc:sldMk cId="648425079" sldId="257"/>
            <ac:spMk id="33" creationId="{650D18FE-0824-4A46-B22C-A86B52E5780A}"/>
          </ac:spMkLst>
        </pc:spChg>
        <pc:picChg chg="add mod">
          <ac:chgData name="Iker Joaquín" userId="acaffbe4a706a9d4" providerId="LiveId" clId="{D1DFD0CF-3B6A-4A93-9F8B-FF939B2F1C04}" dt="2026-01-02T15:48:04.979" v="597" actId="1076"/>
          <ac:picMkLst>
            <pc:docMk/>
            <pc:sldMk cId="648425079" sldId="257"/>
            <ac:picMk id="5" creationId="{FBE88C5A-76C0-CA70-1F19-B652A1D7B555}"/>
          </ac:picMkLst>
        </pc:picChg>
      </pc:sldChg>
      <pc:sldChg chg="modSp add del mod">
        <pc:chgData name="Iker Joaquín" userId="acaffbe4a706a9d4" providerId="LiveId" clId="{D1DFD0CF-3B6A-4A93-9F8B-FF939B2F1C04}" dt="2026-01-02T15:48:36.491" v="599" actId="47"/>
        <pc:sldMkLst>
          <pc:docMk/>
          <pc:sldMk cId="2537118722" sldId="258"/>
        </pc:sldMkLst>
        <pc:spChg chg="mod">
          <ac:chgData name="Iker Joaquín" userId="acaffbe4a706a9d4" providerId="LiveId" clId="{D1DFD0CF-3B6A-4A93-9F8B-FF939B2F1C04}" dt="2026-01-02T15:02:34.929" v="44" actId="20577"/>
          <ac:spMkLst>
            <pc:docMk/>
            <pc:sldMk cId="2537118722" sldId="258"/>
            <ac:spMk id="2" creationId="{1454FF2D-3A28-FBCC-1375-4C76C367281A}"/>
          </ac:spMkLst>
        </pc:sp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spChg chg="del">
          <ac:chgData name="Iker Joaquín" userId="acaffbe4a706a9d4" providerId="LiveId" clId="{D1DFD0CF-3B6A-4A93-9F8B-FF939B2F1C04}" dt="2026-01-02T15:50:54.658" v="927" actId="26606"/>
          <ac:spMkLst>
            <pc:docMk/>
            <pc:sldMk cId="1428783815" sldId="259"/>
            <ac:spMk id="32" creationId="{4623E9C9-78BB-6FBF-BA33-14B1CAA6FE8E}"/>
          </ac:spMkLst>
        </pc:spChg>
        <pc:spChg chg="del">
          <ac:chgData name="Iker Joaquín" userId="acaffbe4a706a9d4" providerId="LiveId" clId="{D1DFD0CF-3B6A-4A93-9F8B-FF939B2F1C04}" dt="2026-01-02T15:50:54.658" v="927" actId="26606"/>
          <ac:spMkLst>
            <pc:docMk/>
            <pc:sldMk cId="1428783815" sldId="259"/>
            <ac:spMk id="33" creationId="{98E8229F-91E6-2786-C517-454E62CE061D}"/>
          </ac:spMkLst>
        </pc:spChg>
        <pc:spChg chg="add del">
          <ac:chgData name="Iker Joaquín" userId="acaffbe4a706a9d4" providerId="LiveId" clId="{D1DFD0CF-3B6A-4A93-9F8B-FF939B2F1C04}" dt="2026-01-02T15:51:37.432" v="945" actId="26606"/>
          <ac:spMkLst>
            <pc:docMk/>
            <pc:sldMk cId="1428783815" sldId="259"/>
            <ac:spMk id="38" creationId="{743AA782-23D1-4521-8CAD-47662984AA08}"/>
          </ac:spMkLst>
        </pc:spChg>
        <pc:spChg chg="add del">
          <ac:chgData name="Iker Joaquín" userId="acaffbe4a706a9d4" providerId="LiveId" clId="{D1DFD0CF-3B6A-4A93-9F8B-FF939B2F1C04}" dt="2026-01-02T15:51:37.432" v="945" actId="26606"/>
          <ac:spMkLst>
            <pc:docMk/>
            <pc:sldMk cId="1428783815" sldId="259"/>
            <ac:spMk id="40" creationId="{71877DBC-BB60-40F0-AC93-2ACDBAAE60CE}"/>
          </ac:spMkLst>
        </pc:spChg>
        <pc:spChg chg="add del">
          <ac:chgData name="Iker Joaquín" userId="acaffbe4a706a9d4" providerId="LiveId" clId="{D1DFD0CF-3B6A-4A93-9F8B-FF939B2F1C04}" dt="2026-01-02T15:51:37.432" v="945" actId="26606"/>
          <ac:spMkLst>
            <pc:docMk/>
            <pc:sldMk cId="1428783815" sldId="259"/>
            <ac:spMk id="46" creationId="{BACC6370-2D7E-4714-9D71-7542949D7D5D}"/>
          </ac:spMkLst>
        </pc:spChg>
        <pc:spChg chg="add del">
          <ac:chgData name="Iker Joaquín" userId="acaffbe4a706a9d4" providerId="LiveId" clId="{D1DFD0CF-3B6A-4A93-9F8B-FF939B2F1C04}" dt="2026-01-02T15:51:37.432" v="945" actId="26606"/>
          <ac:spMkLst>
            <pc:docMk/>
            <pc:sldMk cId="1428783815" sldId="259"/>
            <ac:spMk id="48" creationId="{F68B3F68-107C-434F-AA38-110D5EA91B85}"/>
          </ac:spMkLst>
        </pc:spChg>
        <pc:spChg chg="add del">
          <ac:chgData name="Iker Joaquín" userId="acaffbe4a706a9d4" providerId="LiveId" clId="{D1DFD0CF-3B6A-4A93-9F8B-FF939B2F1C04}" dt="2026-01-02T15:51:37.432" v="945" actId="26606"/>
          <ac:spMkLst>
            <pc:docMk/>
            <pc:sldMk cId="1428783815" sldId="259"/>
            <ac:spMk id="50" creationId="{AAD0DBB9-1A4B-4391-81D4-CB19F9AB918A}"/>
          </ac:spMkLst>
        </pc:spChg>
        <pc:spChg chg="add del">
          <ac:chgData name="Iker Joaquín" userId="acaffbe4a706a9d4" providerId="LiveId" clId="{D1DFD0CF-3B6A-4A93-9F8B-FF939B2F1C04}" dt="2026-01-02T15:51:37.432" v="945" actId="26606"/>
          <ac:spMkLst>
            <pc:docMk/>
            <pc:sldMk cId="1428783815" sldId="259"/>
            <ac:spMk id="52" creationId="{063BBA22-50EA-4C4D-BE05-F1CE4E63AA56}"/>
          </ac:spMkLst>
        </pc:spChg>
        <pc:graphicFrameChg chg="add del">
          <ac:chgData name="Iker Joaquín" userId="acaffbe4a706a9d4" providerId="LiveId" clId="{D1DFD0CF-3B6A-4A93-9F8B-FF939B2F1C04}" dt="2026-01-02T15:51:37.432" v="945" actId="26606"/>
          <ac:graphicFrameMkLst>
            <pc:docMk/>
            <pc:sldMk cId="1428783815" sldId="259"/>
            <ac:graphicFrameMk id="42" creationId="{FF2F0E07-5DDA-60DE-45EC-8BA75EDE7751}"/>
          </ac:graphicFrameMkLst>
        </pc:graphicFrameChg>
        <pc:picChg chg="del mod">
          <ac:chgData name="Iker Joaquín" userId="acaffbe4a706a9d4" providerId="LiveId" clId="{D1DFD0CF-3B6A-4A93-9F8B-FF939B2F1C04}" dt="2026-01-02T15:51:27.680" v="943" actId="478"/>
          <ac:picMkLst>
            <pc:docMk/>
            <pc:sldMk cId="1428783815" sldId="259"/>
            <ac:picMk id="5" creationId="{ACAF4CFA-5F04-FB94-7F34-BFBD23AEDBB0}"/>
          </ac:picMkLst>
        </pc:pic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2T16:17:36.106" v="1808" actId="1076"/>
        <pc:sldMkLst>
          <pc:docMk/>
          <pc:sldMk cId="1693471688" sldId="260"/>
        </pc:sldMkLst>
        <pc:spChg chg="mod">
          <ac:chgData name="Iker Joaquín" userId="acaffbe4a706a9d4" providerId="LiveId" clId="{D1DFD0CF-3B6A-4A93-9F8B-FF939B2F1C04}" dt="2026-01-02T16:17:25.260" v="1805" actId="26606"/>
          <ac:spMkLst>
            <pc:docMk/>
            <pc:sldMk cId="1693471688" sldId="260"/>
            <ac:spMk id="2" creationId="{4244D783-E63C-0F9B-BE3D-8C8414FFF3B7}"/>
          </ac:spMkLst>
        </pc:spChg>
        <pc:spChg chg="mod">
          <ac:chgData name="Iker Joaquín" userId="acaffbe4a706a9d4" providerId="LiveId" clId="{D1DFD0CF-3B6A-4A93-9F8B-FF939B2F1C04}" dt="2026-01-02T16:17:25.260" v="1805" actId="26606"/>
          <ac:spMkLst>
            <pc:docMk/>
            <pc:sldMk cId="1693471688" sldId="260"/>
            <ac:spMk id="3" creationId="{ADEC5E53-9844-16DF-46F8-30A6E8DD1804}"/>
          </ac:spMkLst>
        </pc:spChg>
        <pc:spChg chg="add">
          <ac:chgData name="Iker Joaquín" userId="acaffbe4a706a9d4" providerId="LiveId" clId="{D1DFD0CF-3B6A-4A93-9F8B-FF939B2F1C04}" dt="2026-01-02T16:17:25.260" v="1805" actId="26606"/>
          <ac:spMkLst>
            <pc:docMk/>
            <pc:sldMk cId="1693471688" sldId="260"/>
            <ac:spMk id="13" creationId="{352BEC0E-22F8-46D0-9632-375DB541B06C}"/>
          </ac:spMkLst>
        </pc:spChg>
        <pc:spChg chg="add">
          <ac:chgData name="Iker Joaquín" userId="acaffbe4a706a9d4" providerId="LiveId" clId="{D1DFD0CF-3B6A-4A93-9F8B-FF939B2F1C04}" dt="2026-01-02T16:17:25.260" v="1805" actId="26606"/>
          <ac:spMkLst>
            <pc:docMk/>
            <pc:sldMk cId="1693471688" sldId="260"/>
            <ac:spMk id="15" creationId="{3FCFB1DE-0B7E-48CC-BA90-B2AB0889F9D6}"/>
          </ac:spMkLst>
        </pc:spChg>
        <pc:spChg chg="del">
          <ac:chgData name="Iker Joaquín" userId="acaffbe4a706a9d4" providerId="LiveId" clId="{D1DFD0CF-3B6A-4A93-9F8B-FF939B2F1C04}" dt="2026-01-02T16:03:15.862" v="1182"/>
          <ac:spMkLst>
            <pc:docMk/>
            <pc:sldMk cId="1693471688" sldId="260"/>
            <ac:spMk id="32" creationId="{CD8CBA0B-D44D-96D9-47C0-83E7CAA337EC}"/>
          </ac:spMkLst>
        </pc:spChg>
        <pc:spChg chg="del">
          <ac:chgData name="Iker Joaquín" userId="acaffbe4a706a9d4" providerId="LiveId" clId="{D1DFD0CF-3B6A-4A93-9F8B-FF939B2F1C04}" dt="2026-01-02T16:03:15.862" v="1182"/>
          <ac:spMkLst>
            <pc:docMk/>
            <pc:sldMk cId="1693471688" sldId="260"/>
            <ac:spMk id="33" creationId="{ED749DBA-461F-A0B6-67ED-0938EC06F70B}"/>
          </ac:spMkLst>
        </pc:spChg>
        <pc:picChg chg="del">
          <ac:chgData name="Iker Joaquín" userId="acaffbe4a706a9d4" providerId="LiveId" clId="{D1DFD0CF-3B6A-4A93-9F8B-FF939B2F1C04}" dt="2026-01-02T16:16:05.676" v="1769" actId="478"/>
          <ac:picMkLst>
            <pc:docMk/>
            <pc:sldMk cId="1693471688" sldId="260"/>
            <ac:picMk id="5" creationId="{FED166B1-1257-48CF-0C74-7CDF34CAB3FA}"/>
          </ac:picMkLst>
        </pc:picChg>
        <pc:picChg chg="add mod">
          <ac:chgData name="Iker Joaquín" userId="acaffbe4a706a9d4" providerId="LiveId" clId="{D1DFD0CF-3B6A-4A93-9F8B-FF939B2F1C04}" dt="2026-01-02T16:17:25.260" v="1805" actId="26606"/>
          <ac:picMkLst>
            <pc:docMk/>
            <pc:sldMk cId="1693471688" sldId="260"/>
            <ac:picMk id="6" creationId="{5AF782F3-3471-5D94-42D3-EB82D0872B8A}"/>
          </ac:picMkLst>
        </pc:picChg>
        <pc:picChg chg="add mod">
          <ac:chgData name="Iker Joaquín" userId="acaffbe4a706a9d4" providerId="LiveId" clId="{D1DFD0CF-3B6A-4A93-9F8B-FF939B2F1C04}" dt="2026-01-02T16:17:36.106" v="1808" actId="1076"/>
          <ac:picMkLst>
            <pc:docMk/>
            <pc:sldMk cId="1693471688" sldId="260"/>
            <ac:picMk id="8" creationId="{C08C081E-6687-7FC9-07B6-5A19C24E4E5A}"/>
          </ac:picMkLst>
        </pc:picChg>
      </pc:sldChg>
      <pc:sldChg chg="addSp delSp modSp add mod setBg delDesignElem">
        <pc:chgData name="Iker Joaquín" userId="acaffbe4a706a9d4" providerId="LiveId" clId="{D1DFD0CF-3B6A-4A93-9F8B-FF939B2F1C04}" dt="2026-01-02T16:32:26.172" v="1831" actId="1076"/>
        <pc:sldMkLst>
          <pc:docMk/>
          <pc:sldMk cId="421348256" sldId="261"/>
        </pc:sldMkLst>
        <pc:spChg chg="mod">
          <ac:chgData name="Iker Joaquín" userId="acaffbe4a706a9d4" providerId="LiveId" clId="{D1DFD0CF-3B6A-4A93-9F8B-FF939B2F1C04}" dt="2026-01-02T16:32:06.440" v="1819" actId="26606"/>
          <ac:spMkLst>
            <pc:docMk/>
            <pc:sldMk cId="421348256" sldId="261"/>
            <ac:spMk id="2" creationId="{68735FA2-12C4-F31F-0C81-B341109AEFAC}"/>
          </ac:spMkLst>
        </pc:spChg>
        <pc:spChg chg="mod">
          <ac:chgData name="Iker Joaquín" userId="acaffbe4a706a9d4" providerId="LiveId" clId="{D1DFD0CF-3B6A-4A93-9F8B-FF939B2F1C04}" dt="2026-01-02T16:32:17.339" v="1827" actId="27636"/>
          <ac:spMkLst>
            <pc:docMk/>
            <pc:sldMk cId="421348256" sldId="261"/>
            <ac:spMk id="3" creationId="{98E6E1CF-5DBB-B309-6D09-BE14D4EBA029}"/>
          </ac:spMkLst>
        </pc:spChg>
        <pc:spChg chg="add">
          <ac:chgData name="Iker Joaquín" userId="acaffbe4a706a9d4" providerId="LiveId" clId="{D1DFD0CF-3B6A-4A93-9F8B-FF939B2F1C04}" dt="2026-01-02T16:32:06.440" v="1819" actId="26606"/>
          <ac:spMkLst>
            <pc:docMk/>
            <pc:sldMk cId="421348256" sldId="261"/>
            <ac:spMk id="10" creationId="{743AA782-23D1-4521-8CAD-47662984AA08}"/>
          </ac:spMkLst>
        </pc:spChg>
        <pc:spChg chg="add">
          <ac:chgData name="Iker Joaquín" userId="acaffbe4a706a9d4" providerId="LiveId" clId="{D1DFD0CF-3B6A-4A93-9F8B-FF939B2F1C04}" dt="2026-01-02T16:32:06.440" v="1819" actId="26606"/>
          <ac:spMkLst>
            <pc:docMk/>
            <pc:sldMk cId="421348256" sldId="261"/>
            <ac:spMk id="12" creationId="{71877DBC-BB60-40F0-AC93-2ACDBAAE60CE}"/>
          </ac:spMkLst>
        </pc:spChg>
        <pc:spChg chg="del">
          <ac:chgData name="Iker Joaquín" userId="acaffbe4a706a9d4" providerId="LiveId" clId="{D1DFD0CF-3B6A-4A93-9F8B-FF939B2F1C04}" dt="2026-01-02T16:03:20.895" v="1184"/>
          <ac:spMkLst>
            <pc:docMk/>
            <pc:sldMk cId="421348256" sldId="261"/>
            <ac:spMk id="38" creationId="{0DF7555C-B374-7C71-8CF4-9DCC050FA492}"/>
          </ac:spMkLst>
        </pc:spChg>
        <pc:spChg chg="del">
          <ac:chgData name="Iker Joaquín" userId="acaffbe4a706a9d4" providerId="LiveId" clId="{D1DFD0CF-3B6A-4A93-9F8B-FF939B2F1C04}" dt="2026-01-02T16:03:20.895" v="1184"/>
          <ac:spMkLst>
            <pc:docMk/>
            <pc:sldMk cId="421348256" sldId="261"/>
            <ac:spMk id="40" creationId="{F85FAB04-3CB1-C598-BA0D-4DC35372D05F}"/>
          </ac:spMkLst>
        </pc:spChg>
        <pc:picChg chg="add mod">
          <ac:chgData name="Iker Joaquín" userId="acaffbe4a706a9d4" providerId="LiveId" clId="{D1DFD0CF-3B6A-4A93-9F8B-FF939B2F1C04}" dt="2026-01-02T16:32:26.172" v="1831" actId="1076"/>
          <ac:picMkLst>
            <pc:docMk/>
            <pc:sldMk cId="421348256" sldId="261"/>
            <ac:picMk id="5" creationId="{11284E59-AD43-F674-F05D-545433E2CCA9}"/>
          </ac:picMkLst>
        </pc:picChg>
        <pc:picChg chg="del">
          <ac:chgData name="Iker Joaquín" userId="acaffbe4a706a9d4" providerId="LiveId" clId="{D1DFD0CF-3B6A-4A93-9F8B-FF939B2F1C04}" dt="2026-01-02T16:17:44.432" v="1809" actId="478"/>
          <ac:picMkLst>
            <pc:docMk/>
            <pc:sldMk cId="421348256" sldId="261"/>
            <ac:picMk id="6" creationId="{4B35EA53-1302-E6A2-6B2E-2087A5FA599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4/1/26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2</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58884A-129E-E413-9151-1898218700F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9BFA8586-5311-EF25-549D-B52DF540044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EBDEAA08-6099-36D2-AA92-D70F09713B05}"/>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49A69206-E322-609D-D071-E9BE096BFD60}"/>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BC039E0-1B04-D43A-5428-1239820F13F8}"/>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4394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53249B-D729-7469-0BB4-5F333BDEC4F1}"/>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D093D12-A109-B69C-D1AD-85D726B049F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F0F18BB-AD0F-D7DB-7592-2511EA916072}"/>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EECEE20F-E4AB-0922-C642-A9482F758FE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DC8FCC1-D3CD-BB0D-6C54-5FDAC511200C}"/>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8474135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84DFC01-1D70-86A2-9CE3-E7B8F76A6F6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2145B2CD-ECDE-5381-406F-D8D7C4911E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7D6267C-EDB4-8316-9279-69900B60812C}"/>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768BAE15-A5A5-3D28-0975-D5892922168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FF59F0B-3256-6683-1F8A-61D9E8D719C4}"/>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4098872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3AA756-10AC-B102-4411-380F1DBA890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D0EDA96-69DB-02FB-FFC9-11867AE18A93}"/>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FC42B510-22F1-EFB9-705A-1524BBD1CB6C}"/>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7182385B-E690-7264-21A6-8B550ED69885}"/>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6" name="Marcador de pie de página 5">
            <a:extLst>
              <a:ext uri="{FF2B5EF4-FFF2-40B4-BE49-F238E27FC236}">
                <a16:creationId xmlns:a16="http://schemas.microsoft.com/office/drawing/2014/main" id="{A305F878-29DD-8B4B-8428-A7FDE877DBC2}"/>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5BBCCBBB-390C-83A4-6C4E-FD20F729536D}"/>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44578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96EFCA-5A49-89A3-EFAC-2437BA398C48}"/>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0FE3021D-1B40-89DD-4CAE-23E5E20B287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2475AB4-738D-0108-D4B4-D629907614ED}"/>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2635C921-D683-01F3-7EDC-9E4D85EA1B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EA941ECC-EF26-1EE5-BBF7-0C2B6BC50E15}"/>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E44B7BF7-1229-B7E6-B5B0-CA50DB672DF0}"/>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8" name="Marcador de pie de página 7">
            <a:extLst>
              <a:ext uri="{FF2B5EF4-FFF2-40B4-BE49-F238E27FC236}">
                <a16:creationId xmlns:a16="http://schemas.microsoft.com/office/drawing/2014/main" id="{B4CC0970-48A0-B448-CB5A-128FB523AC16}"/>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C6935A7C-8CBA-BE46-F64A-BB1A48D66726}"/>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918347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2663C6-720F-FBAF-CF54-92EEA73BFF9C}"/>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5D3BD2B3-0B82-2D02-F06D-5B88C1768D41}"/>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4" name="Marcador de pie de página 3">
            <a:extLst>
              <a:ext uri="{FF2B5EF4-FFF2-40B4-BE49-F238E27FC236}">
                <a16:creationId xmlns:a16="http://schemas.microsoft.com/office/drawing/2014/main" id="{4D812C27-FD6E-0ADC-3667-7FFE595AFFA0}"/>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7574FBFB-806A-E731-F5EC-A2A0DCF6797C}"/>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8893791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B3218DB-3BA0-2017-071A-2000C565BFEC}"/>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3" name="Marcador de pie de página 2">
            <a:extLst>
              <a:ext uri="{FF2B5EF4-FFF2-40B4-BE49-F238E27FC236}">
                <a16:creationId xmlns:a16="http://schemas.microsoft.com/office/drawing/2014/main" id="{E6693F5E-9F48-A2A5-BF7D-E2193F15BCAA}"/>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92F975DA-DD66-6E59-4399-C12C703AC295}"/>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9462465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29FB-A83F-97F4-EE3F-250E9B962F8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C54B72D4-0215-9989-64C5-FA5B28611F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9AD841C0-D440-8562-F22E-260BEA1FB8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452EB7F-F270-6A4F-37FB-B027AD1A6543}"/>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6" name="Marcador de pie de página 5">
            <a:extLst>
              <a:ext uri="{FF2B5EF4-FFF2-40B4-BE49-F238E27FC236}">
                <a16:creationId xmlns:a16="http://schemas.microsoft.com/office/drawing/2014/main" id="{6125A218-5C26-5421-DA69-A00C2687A349}"/>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6373DD1-DDEB-A4B5-A385-2CBD6791B5A8}"/>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24657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6F18B5-70C2-F75B-7509-159B84DC7F81}"/>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466AB8F0-77FB-C7F5-4D68-2143774460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D0085761-476D-DBA6-8ACE-8A9F5896F4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32C5C16-DDC2-452D-289A-1717A2A49A39}"/>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6" name="Marcador de pie de página 5">
            <a:extLst>
              <a:ext uri="{FF2B5EF4-FFF2-40B4-BE49-F238E27FC236}">
                <a16:creationId xmlns:a16="http://schemas.microsoft.com/office/drawing/2014/main" id="{4B0CFB15-63BE-00BB-3F14-08DD247AD9D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FC91375-9C3B-4DCF-1EC8-4F103F2D7F57}"/>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52749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82068F-DD29-8020-C443-2B8677CAE751}"/>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2621F251-9AEF-A5B9-3EAD-23A0BF84F71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274E578-CEB3-C00E-D4EF-62B0D2C01A6B}"/>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152E8D4F-9760-21F0-19D3-6A7BBBBFB7F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2EE1C63-5231-6836-9165-BB5DC0DC1A1B}"/>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236136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988D07E-D1D4-3C2B-3334-5446BADEBD6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9016FE8A-0D12-D17D-7696-33F3BB88F601}"/>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31A7349-7C53-7C46-A0B4-9ACFD1BFFC5C}"/>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21EEEA78-0A2A-E37B-7E6A-5BD51A54D3C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AA8C8C2-5919-7BFE-8CC7-3E8D9653B7B4}"/>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97948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B9D01C1E-A1E5-8A7C-294C-6D96EA216B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92ED664-00EC-2D31-5912-D247DE5320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B5448CFD-8A27-278D-EAD6-DB442C0359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0D652782-957B-9DC8-17CC-DF2FAE48303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CAD505CB-3D18-4D2A-82C7-12C1410449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DF74C9-6FB5-4621-B7DC-E9E2DB2ABB0E}" type="slidenum">
              <a:rPr lang="es-ES" smtClean="0"/>
              <a:t>‹#›</a:t>
            </a:fld>
            <a:endParaRPr lang="es-ES"/>
          </a:p>
        </p:txBody>
      </p:sp>
    </p:spTree>
    <p:extLst>
      <p:ext uri="{BB962C8B-B14F-4D97-AF65-F5344CB8AC3E}">
        <p14:creationId xmlns:p14="http://schemas.microsoft.com/office/powerpoint/2010/main" val="2767119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p:txBody>
          <a:bodyPr/>
          <a:lstStyle/>
          <a:p>
            <a:endParaRPr lang="es-ES"/>
          </a:p>
        </p:txBody>
      </p:sp>
      <p:sp>
        <p:nvSpPr>
          <p:cNvPr id="3" name="Subtítulo 2">
            <a:extLst>
              <a:ext uri="{FF2B5EF4-FFF2-40B4-BE49-F238E27FC236}">
                <a16:creationId xmlns:a16="http://schemas.microsoft.com/office/drawing/2014/main" id="{E1B75CE3-D0D0-D9DA-4B45-6DDADDB1D0E0}"/>
              </a:ext>
            </a:extLst>
          </p:cNvPr>
          <p:cNvSpPr>
            <a:spLocks noGrp="1"/>
          </p:cNvSpPr>
          <p:nvPr>
            <p:ph type="subTitle" idx="1"/>
          </p:nvPr>
        </p:nvSpPr>
        <p:spPr/>
        <p:txBody>
          <a:bodyPr/>
          <a:lstStyle/>
          <a:p>
            <a:endParaRPr lang="es-ES"/>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640080" y="329184"/>
            <a:ext cx="6894576" cy="1783080"/>
          </a:xfrm>
        </p:spPr>
        <p:txBody>
          <a:bodyPr anchor="b">
            <a:normAutofit/>
          </a:bodyPr>
          <a:lstStyle/>
          <a:p>
            <a:r>
              <a:rPr lang="es-ES" sz="5400"/>
              <a:t>AVALABILITY PROBLEM: ISSUE</a:t>
            </a:r>
          </a:p>
        </p:txBody>
      </p:sp>
      <p:sp>
        <p:nvSpPr>
          <p:cNvPr id="15"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640080" y="2706624"/>
            <a:ext cx="6894576" cy="3483864"/>
          </a:xfrm>
        </p:spPr>
        <p:txBody>
          <a:bodyPr>
            <a:normAutofit/>
          </a:bodyPr>
          <a:lstStyle/>
          <a:p>
            <a:r>
              <a:rPr lang="en-GB" sz="2000" dirty="0"/>
              <a:t>After having the exams corrected, the teacher uploads the grading marks to the system, and within 15 minutes, the systems must make it available to check for the student. When this does not happen, there is an issue.</a:t>
            </a:r>
            <a:endParaRPr lang="en-GB" sz="2000" noProof="0" dirty="0"/>
          </a:p>
          <a:p>
            <a:r>
              <a:rPr lang="en-GB" sz="2000" noProof="0" dirty="0"/>
              <a:t>Involved Users: Student, Teacher</a:t>
            </a:r>
          </a:p>
          <a:p>
            <a:r>
              <a:rPr lang="es-ES" sz="2000"/>
              <a:t>Afected</a:t>
            </a:r>
            <a:r>
              <a:rPr lang="es-ES" sz="2000" dirty="0"/>
              <a:t> </a:t>
            </a:r>
            <a:r>
              <a:rPr lang="es-ES" sz="2000"/>
              <a:t>System</a:t>
            </a:r>
            <a:r>
              <a:rPr lang="es-ES" sz="2000" dirty="0"/>
              <a:t> </a:t>
            </a:r>
            <a:r>
              <a:rPr lang="es-ES" sz="2000"/>
              <a:t>Parts</a:t>
            </a:r>
            <a:r>
              <a:rPr lang="es-ES" sz="2000" dirty="0"/>
              <a:t>: In </a:t>
            </a:r>
            <a:r>
              <a:rPr lang="es-ES" sz="2000"/>
              <a:t>Backend</a:t>
            </a:r>
            <a:r>
              <a:rPr lang="es-ES" sz="2000" dirty="0"/>
              <a:t> API:</a:t>
            </a:r>
            <a:endParaRPr lang="es-ES" sz="2000"/>
          </a:p>
          <a:p>
            <a:pPr lvl="1"/>
            <a:r>
              <a:rPr lang="es-ES" sz="2000"/>
              <a:t>Grading Management Container, Persistent Adapter, Result Viewing, Notification Adapter</a:t>
            </a:r>
          </a:p>
          <a:p>
            <a:pPr marL="0" indent="0">
              <a:buNone/>
            </a:pPr>
            <a:r>
              <a:rPr lang="es-ES" sz="2000" dirty="0"/>
              <a:t>    In Web </a:t>
            </a:r>
            <a:r>
              <a:rPr lang="es-ES" sz="2000"/>
              <a:t>Application</a:t>
            </a:r>
            <a:r>
              <a:rPr lang="es-ES" sz="2000" dirty="0"/>
              <a:t>:</a:t>
            </a:r>
          </a:p>
          <a:p>
            <a:pPr lvl="1"/>
            <a:r>
              <a:rPr lang="es-ES" sz="2000"/>
              <a:t>Results View</a:t>
            </a:r>
          </a:p>
        </p:txBody>
      </p:sp>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3"/>
          <a:stretch>
            <a:fillRect/>
          </a:stretch>
        </p:blipFill>
        <p:spPr>
          <a:xfrm>
            <a:off x="8151665" y="329183"/>
            <a:ext cx="3438565" cy="3429969"/>
          </a:xfrm>
          <a:prstGeom prst="rect">
            <a:avLst/>
          </a:prstGeom>
        </p:spPr>
      </p:pic>
      <p:pic>
        <p:nvPicPr>
          <p:cNvPr id="8" name="Imagen 7" descr="Diagrama&#10;&#10;El contenido generado por IA puede ser incorrecto.">
            <a:extLst>
              <a:ext uri="{FF2B5EF4-FFF2-40B4-BE49-F238E27FC236}">
                <a16:creationId xmlns:a16="http://schemas.microsoft.com/office/drawing/2014/main" id="{C08C081E-6687-7FC9-07B6-5A19C24E4E5A}"/>
              </a:ext>
            </a:extLst>
          </p:cNvPr>
          <p:cNvPicPr>
            <a:picLocks noChangeAspect="1"/>
          </p:cNvPicPr>
          <p:nvPr/>
        </p:nvPicPr>
        <p:blipFill>
          <a:blip r:embed="rId4"/>
          <a:stretch>
            <a:fillRect/>
          </a:stretch>
        </p:blipFill>
        <p:spPr>
          <a:xfrm>
            <a:off x="7131064" y="4349352"/>
            <a:ext cx="5057888" cy="217489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630936" y="640080"/>
            <a:ext cx="4818888" cy="1481328"/>
          </a:xfrm>
        </p:spPr>
        <p:txBody>
          <a:bodyPr anchor="b">
            <a:normAutofit/>
          </a:bodyPr>
          <a:lstStyle/>
          <a:p>
            <a:r>
              <a:rPr lang="es-ES" sz="3800"/>
              <a:t>AVAILABILITY PROBLEM: SOLUTION</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630936" y="2660904"/>
            <a:ext cx="5272024" cy="3547872"/>
          </a:xfrm>
        </p:spPr>
        <p:txBody>
          <a:bodyPr anchor="t">
            <a:normAutofit fontScale="85000" lnSpcReduction="10000"/>
          </a:bodyPr>
          <a:lstStyle/>
          <a:p>
            <a:r>
              <a:rPr lang="en-US" sz="1900" dirty="0"/>
              <a:t>The solution introduces a monitoring mechanism for the grade publication process that detects when grading results are not available to students within the defined time limit.</a:t>
            </a:r>
          </a:p>
          <a:p>
            <a:r>
              <a:rPr lang="en-US" sz="1900" dirty="0"/>
              <a:t>When the 15-minute availability deadline is violated, the system automatically triggers compensating notifications to both the teacher and the student, informing them of the temporary system failure.</a:t>
            </a:r>
          </a:p>
          <a:p>
            <a:r>
              <a:rPr lang="en-US" sz="1900" dirty="0"/>
              <a:t>With this approach, the system does not silently fail: students are informed about the unavailability of their grades, and teachers are explicitly instructed to communicate the results through alternative means.</a:t>
            </a:r>
            <a:br>
              <a:rPr lang="en-US" sz="1900" dirty="0"/>
            </a:br>
            <a:r>
              <a:rPr lang="en-US" sz="1900" dirty="0"/>
              <a:t>This ensures transparency, maintains trust in the system, and preserves the academic process continuity even when the system availability requirement is not met.</a:t>
            </a:r>
          </a:p>
          <a:p>
            <a:endParaRPr lang="en-GB" sz="1400" noProof="0" dirty="0"/>
          </a:p>
        </p:txBody>
      </p:sp>
      <p:pic>
        <p:nvPicPr>
          <p:cNvPr id="5" name="Imagen 4" descr="Diagrama&#10;&#10;El contenido generado por IA puede ser incorrecto.">
            <a:extLst>
              <a:ext uri="{FF2B5EF4-FFF2-40B4-BE49-F238E27FC236}">
                <a16:creationId xmlns:a16="http://schemas.microsoft.com/office/drawing/2014/main" id="{11284E59-AD43-F674-F05D-545433E2CCA9}"/>
              </a:ext>
            </a:extLst>
          </p:cNvPr>
          <p:cNvPicPr>
            <a:picLocks noChangeAspect="1"/>
          </p:cNvPicPr>
          <p:nvPr/>
        </p:nvPicPr>
        <p:blipFill>
          <a:blip r:embed="rId2"/>
          <a:stretch>
            <a:fillRect/>
          </a:stretch>
        </p:blipFill>
        <p:spPr>
          <a:xfrm>
            <a:off x="5902960" y="1664742"/>
            <a:ext cx="6167120" cy="4270729"/>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25">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630936" y="640080"/>
            <a:ext cx="4818888" cy="1481328"/>
          </a:xfrm>
        </p:spPr>
        <p:txBody>
          <a:bodyPr anchor="b">
            <a:normAutofit/>
          </a:bodyPr>
          <a:lstStyle/>
          <a:p>
            <a:r>
              <a:rPr lang="es-ES" sz="5000"/>
              <a:t>MODIFIABILITY PROBLEM: ISSUE</a:t>
            </a:r>
          </a:p>
        </p:txBody>
      </p:sp>
      <p:sp>
        <p:nvSpPr>
          <p:cNvPr id="33"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630936" y="2660904"/>
            <a:ext cx="4818888" cy="3547872"/>
          </a:xfrm>
        </p:spPr>
        <p:txBody>
          <a:bodyPr anchor="t">
            <a:normAutofit/>
          </a:bodyPr>
          <a:lstStyle/>
          <a:p>
            <a:r>
              <a:rPr lang="en-GB" sz="2000"/>
              <a:t>The Grading system must be modified within an hour. However, all the data flow of all services go through the persistence adapter, so every service data flow must be modified and because of that the modification takes much more time.</a:t>
            </a:r>
            <a:endParaRPr lang="en-GB" sz="2000" noProof="0"/>
          </a:p>
          <a:p>
            <a:r>
              <a:rPr lang="en-GB" sz="2000" noProof="0"/>
              <a:t>Involved Users: Student, Teacher</a:t>
            </a:r>
          </a:p>
          <a:p>
            <a:r>
              <a:rPr lang="es-ES" sz="2000"/>
              <a:t>Afected System Parts: Backend API, Grading Management Container, Persistent Adapter</a:t>
            </a:r>
          </a:p>
          <a:p>
            <a:endParaRPr lang="es-ES" sz="2000"/>
          </a:p>
        </p:txBody>
      </p:sp>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2"/>
          <a:stretch>
            <a:fillRect/>
          </a:stretch>
        </p:blipFill>
        <p:spPr>
          <a:xfrm>
            <a:off x="5449824" y="2011680"/>
            <a:ext cx="6367500" cy="3963768"/>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798320"/>
          </a:xfrm>
        </p:spPr>
        <p:txBody>
          <a:bodyPr anchor="b">
            <a:normAutofit/>
          </a:bodyPr>
          <a:lstStyle/>
          <a:p>
            <a:r>
              <a:rPr lang="es-ES"/>
              <a:t>MODIFIABILITY PROBLEM: SOLUTION</a:t>
            </a:r>
            <a:endParaRPr lang="es-ES" dirty="0"/>
          </a:p>
        </p:txBody>
      </p:sp>
      <p:sp>
        <p:nvSpPr>
          <p:cNvPr id="4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E70CB8-8633-2C81-5E8F-E290E0F85551}"/>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C5E75634-15CB-9D6A-CDB5-F8B85CDFFA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3F8C4A2-9322-E16F-5D94-BBD2DF2A18E3}"/>
              </a:ext>
            </a:extLst>
          </p:cNvPr>
          <p:cNvSpPr>
            <a:spLocks noGrp="1"/>
          </p:cNvSpPr>
          <p:nvPr>
            <p:ph type="title"/>
          </p:nvPr>
        </p:nvSpPr>
        <p:spPr>
          <a:xfrm>
            <a:off x="630935" y="323088"/>
            <a:ext cx="11329761" cy="1798320"/>
          </a:xfrm>
        </p:spPr>
        <p:txBody>
          <a:bodyPr anchor="b">
            <a:normAutofit/>
          </a:bodyPr>
          <a:lstStyle/>
          <a:p>
            <a:r>
              <a:rPr lang="en-US" dirty="0"/>
              <a:t>REQUIREMENT:</a:t>
            </a:r>
            <a:br>
              <a:rPr lang="en-US" dirty="0"/>
            </a:br>
            <a:r>
              <a:rPr lang="en-US" dirty="0"/>
              <a:t>MAINTAINABILITY &amp; TESTABILITY</a:t>
            </a:r>
            <a:endParaRPr lang="es-ES" dirty="0"/>
          </a:p>
        </p:txBody>
      </p:sp>
      <p:sp>
        <p:nvSpPr>
          <p:cNvPr id="40" name="sketch line">
            <a:extLst>
              <a:ext uri="{FF2B5EF4-FFF2-40B4-BE49-F238E27FC236}">
                <a16:creationId xmlns:a16="http://schemas.microsoft.com/office/drawing/2014/main" id="{6A0269F3-3669-58A4-2F0A-7B15421081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29827EA1-A2E6-8E6F-2D10-4A8287FFC540}"/>
              </a:ext>
            </a:extLst>
          </p:cNvPr>
          <p:cNvSpPr>
            <a:spLocks noGrp="1"/>
          </p:cNvSpPr>
          <p:nvPr>
            <p:ph idx="1"/>
          </p:nvPr>
        </p:nvSpPr>
        <p:spPr>
          <a:xfrm>
            <a:off x="630936" y="2660904"/>
            <a:ext cx="10962966" cy="3547872"/>
          </a:xfrm>
        </p:spPr>
        <p:txBody>
          <a:bodyPr anchor="t">
            <a:normAutofit/>
          </a:bodyPr>
          <a:lstStyle/>
          <a:p>
            <a:r>
              <a:rPr lang="en-US" sz="2400" dirty="0"/>
              <a:t>Enable independent deployment of components, comprehensive automated testing, support bi-weekly releases.</a:t>
            </a:r>
          </a:p>
          <a:p>
            <a:endParaRPr lang="en-US" sz="2400" dirty="0"/>
          </a:p>
          <a:p>
            <a:r>
              <a:rPr lang="en-US" sz="2400" dirty="0"/>
              <a:t>Architectural Extension: None required</a:t>
            </a:r>
          </a:p>
        </p:txBody>
      </p:sp>
    </p:spTree>
    <p:extLst>
      <p:ext uri="{BB962C8B-B14F-4D97-AF65-F5344CB8AC3E}">
        <p14:creationId xmlns:p14="http://schemas.microsoft.com/office/powerpoint/2010/main" val="17049669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C51F-749D-800C-7CAA-218B24BBBA95}"/>
              </a:ext>
            </a:extLst>
          </p:cNvPr>
          <p:cNvSpPr>
            <a:spLocks noGrp="1"/>
          </p:cNvSpPr>
          <p:nvPr>
            <p:ph type="title"/>
          </p:nvPr>
        </p:nvSpPr>
        <p:spPr/>
        <p:txBody>
          <a:bodyPr/>
          <a:lstStyle/>
          <a:p>
            <a:r>
              <a:rPr lang="en-US" dirty="0"/>
              <a:t>Current Strengths:</a:t>
            </a:r>
            <a:endParaRPr lang="en-ZM" dirty="0"/>
          </a:p>
        </p:txBody>
      </p:sp>
      <p:sp>
        <p:nvSpPr>
          <p:cNvPr id="3" name="Content Placeholder 2">
            <a:extLst>
              <a:ext uri="{FF2B5EF4-FFF2-40B4-BE49-F238E27FC236}">
                <a16:creationId xmlns:a16="http://schemas.microsoft.com/office/drawing/2014/main" id="{38E731C8-CB74-3794-A9C7-895285FE80A6}"/>
              </a:ext>
            </a:extLst>
          </p:cNvPr>
          <p:cNvSpPr>
            <a:spLocks noGrp="1"/>
          </p:cNvSpPr>
          <p:nvPr>
            <p:ph idx="1"/>
          </p:nvPr>
        </p:nvSpPr>
        <p:spPr/>
        <p:txBody>
          <a:bodyPr>
            <a:normAutofit/>
          </a:bodyPr>
          <a:lstStyle/>
          <a:p>
            <a:pPr marL="0" indent="0">
              <a:buNone/>
            </a:pPr>
            <a:r>
              <a:rPr lang="en-US" b="1" dirty="0"/>
              <a:t>1. Clean Separation of Concerns:</a:t>
            </a:r>
          </a:p>
          <a:p>
            <a:r>
              <a:rPr lang="en-US" dirty="0"/>
              <a:t>Clear component boundaries with single responsibilities (Term Management, Registration, Grading, Results)</a:t>
            </a:r>
          </a:p>
          <a:p>
            <a:r>
              <a:rPr lang="en-US" dirty="0"/>
              <a:t>Hexagonal/ports-and-adapters pattern evident (Persistence Adapter, Integration Adapter)</a:t>
            </a:r>
          </a:p>
          <a:p>
            <a:r>
              <a:rPr lang="en-US" dirty="0"/>
              <a:t>Components communicate through well-defined interfaces</a:t>
            </a:r>
          </a:p>
          <a:p>
            <a:endParaRPr lang="en-US" dirty="0"/>
          </a:p>
          <a:p>
            <a:endParaRPr lang="en-ZM" dirty="0"/>
          </a:p>
        </p:txBody>
      </p:sp>
    </p:spTree>
    <p:extLst>
      <p:ext uri="{BB962C8B-B14F-4D97-AF65-F5344CB8AC3E}">
        <p14:creationId xmlns:p14="http://schemas.microsoft.com/office/powerpoint/2010/main" val="1818847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991824-B68A-6E46-F513-9ED57B37DC97}"/>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3BA3024D-1C22-0AF7-81C5-D00687464850}"/>
              </a:ext>
            </a:extLst>
          </p:cNvPr>
          <p:cNvSpPr>
            <a:spLocks noGrp="1"/>
          </p:cNvSpPr>
          <p:nvPr>
            <p:ph idx="1"/>
          </p:nvPr>
        </p:nvSpPr>
        <p:spPr/>
        <p:txBody>
          <a:bodyPr>
            <a:normAutofit/>
          </a:bodyPr>
          <a:lstStyle/>
          <a:p>
            <a:pPr marL="0" indent="0">
              <a:buNone/>
            </a:pPr>
            <a:r>
              <a:rPr lang="en-US" b="1" dirty="0"/>
              <a:t>2. Testability by Design:</a:t>
            </a:r>
          </a:p>
          <a:p>
            <a:r>
              <a:rPr lang="en-US" dirty="0"/>
              <a:t>Integration Adapter abstracts external systems - can be mocked for unit testing</a:t>
            </a:r>
          </a:p>
          <a:p>
            <a:r>
              <a:rPr lang="en-US" dirty="0"/>
              <a:t>Persistence Adapter abstracts database - enables in-memory testing</a:t>
            </a:r>
          </a:p>
          <a:p>
            <a:r>
              <a:rPr lang="en-US" dirty="0"/>
              <a:t>Each component has clear inputs/outputs suitable for contract testing</a:t>
            </a:r>
          </a:p>
          <a:p>
            <a:r>
              <a:rPr lang="en-US" dirty="0"/>
              <a:t>Dynamic views document interaction flows useful for integration test scenarios</a:t>
            </a:r>
          </a:p>
          <a:p>
            <a:endParaRPr lang="en-US" dirty="0"/>
          </a:p>
          <a:p>
            <a:endParaRPr lang="en-ZM" dirty="0"/>
          </a:p>
        </p:txBody>
      </p:sp>
    </p:spTree>
    <p:extLst>
      <p:ext uri="{BB962C8B-B14F-4D97-AF65-F5344CB8AC3E}">
        <p14:creationId xmlns:p14="http://schemas.microsoft.com/office/powerpoint/2010/main" val="1483507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F5296-7D6A-AC7E-A3EF-4D5B8A2453B4}"/>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2F722D86-143A-E623-FB54-DBD636FE4625}"/>
              </a:ext>
            </a:extLst>
          </p:cNvPr>
          <p:cNvSpPr>
            <a:spLocks noGrp="1"/>
          </p:cNvSpPr>
          <p:nvPr>
            <p:ph idx="1"/>
          </p:nvPr>
        </p:nvSpPr>
        <p:spPr/>
        <p:txBody>
          <a:bodyPr>
            <a:normAutofit/>
          </a:bodyPr>
          <a:lstStyle/>
          <a:p>
            <a:pPr marL="0" indent="0">
              <a:buNone/>
            </a:pPr>
            <a:r>
              <a:rPr lang="en-US" b="1" dirty="0"/>
              <a:t>3. Deployment Independence:</a:t>
            </a:r>
          </a:p>
          <a:p>
            <a:r>
              <a:rPr lang="en-US" dirty="0"/>
              <a:t>Web Application (SPA) can be deployed separately from Backend API</a:t>
            </a:r>
          </a:p>
          <a:p>
            <a:r>
              <a:rPr lang="en-US" dirty="0"/>
              <a:t>Component-level separation within API container allows for future microservices extraction</a:t>
            </a:r>
          </a:p>
          <a:p>
            <a:r>
              <a:rPr lang="en-US" dirty="0"/>
              <a:t>Database schema changes can be managed through migration scripts independently</a:t>
            </a:r>
          </a:p>
          <a:p>
            <a:endParaRPr lang="en-US" dirty="0"/>
          </a:p>
        </p:txBody>
      </p:sp>
    </p:spTree>
    <p:extLst>
      <p:ext uri="{BB962C8B-B14F-4D97-AF65-F5344CB8AC3E}">
        <p14:creationId xmlns:p14="http://schemas.microsoft.com/office/powerpoint/2010/main" val="334085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60735-A537-3771-AF87-49D96D824C5F}"/>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A095BDFC-CEBF-BE12-2C41-624DAAF080AD}"/>
              </a:ext>
            </a:extLst>
          </p:cNvPr>
          <p:cNvSpPr>
            <a:spLocks noGrp="1"/>
          </p:cNvSpPr>
          <p:nvPr>
            <p:ph idx="1"/>
          </p:nvPr>
        </p:nvSpPr>
        <p:spPr/>
        <p:txBody>
          <a:bodyPr/>
          <a:lstStyle/>
          <a:p>
            <a:pPr marL="0" indent="0">
              <a:buNone/>
            </a:pPr>
            <a:r>
              <a:rPr lang="en-US" b="1" dirty="0"/>
              <a:t>4. Development Environment Support:</a:t>
            </a:r>
          </a:p>
          <a:p>
            <a:r>
              <a:rPr lang="en-US" dirty="0"/>
              <a:t>Dedicated development deployment environment shown</a:t>
            </a:r>
          </a:p>
          <a:p>
            <a:r>
              <a:rPr lang="en-US" dirty="0"/>
              <a:t>Test instances of external systems enable isolated testing</a:t>
            </a:r>
            <a:endParaRPr lang="en-ZM" dirty="0"/>
          </a:p>
          <a:p>
            <a:pPr marL="0" indent="0">
              <a:buNone/>
            </a:pPr>
            <a:endParaRPr lang="en-ZM" dirty="0"/>
          </a:p>
        </p:txBody>
      </p:sp>
    </p:spTree>
    <p:extLst>
      <p:ext uri="{BB962C8B-B14F-4D97-AF65-F5344CB8AC3E}">
        <p14:creationId xmlns:p14="http://schemas.microsoft.com/office/powerpoint/2010/main" val="4077293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5A564-3280-47EA-6EB4-37EE3CC4F67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4076DA3-E36E-FE13-DF66-EC0FC5678E7C}"/>
              </a:ext>
            </a:extLst>
          </p:cNvPr>
          <p:cNvSpPr>
            <a:spLocks noGrp="1"/>
          </p:cNvSpPr>
          <p:nvPr>
            <p:ph type="title"/>
          </p:nvPr>
        </p:nvSpPr>
        <p:spPr>
          <a:xfrm>
            <a:off x="630935" y="323088"/>
            <a:ext cx="11329761" cy="1798320"/>
          </a:xfrm>
        </p:spPr>
        <p:txBody>
          <a:bodyPr anchor="b">
            <a:normAutofit/>
          </a:bodyPr>
          <a:lstStyle/>
          <a:p>
            <a:r>
              <a:rPr lang="en-US" dirty="0"/>
              <a:t>REQUIREMENT: SECURITY &amp; DATA PRIVACY</a:t>
            </a:r>
            <a:endParaRPr lang="es-ES" dirty="0"/>
          </a:p>
        </p:txBody>
      </p:sp>
      <p:sp>
        <p:nvSpPr>
          <p:cNvPr id="3" name="Marcador de contenido 2">
            <a:extLst>
              <a:ext uri="{FF2B5EF4-FFF2-40B4-BE49-F238E27FC236}">
                <a16:creationId xmlns:a16="http://schemas.microsoft.com/office/drawing/2014/main" id="{B1DBC167-6B30-04B2-10C3-8F3E9D505C20}"/>
              </a:ext>
            </a:extLst>
          </p:cNvPr>
          <p:cNvSpPr>
            <a:spLocks noGrp="1"/>
          </p:cNvSpPr>
          <p:nvPr>
            <p:ph idx="1"/>
          </p:nvPr>
        </p:nvSpPr>
        <p:spPr>
          <a:xfrm>
            <a:off x="630936" y="2660904"/>
            <a:ext cx="10962966" cy="3547872"/>
          </a:xfrm>
        </p:spPr>
        <p:txBody>
          <a:bodyPr anchor="t">
            <a:normAutofit/>
          </a:bodyPr>
          <a:lstStyle/>
          <a:p>
            <a:r>
              <a:rPr lang="en-US" sz="2400" dirty="0"/>
              <a:t>Protect sensitive user data (grades, PII, </a:t>
            </a:r>
            <a:r>
              <a:rPr lang="en-US" sz="2400" dirty="0" err="1"/>
              <a:t>etc</a:t>
            </a:r>
            <a:r>
              <a:rPr lang="en-US" sz="2400" dirty="0"/>
              <a:t>) with end-to-end encryption, role-based access control (RBAC).</a:t>
            </a:r>
          </a:p>
          <a:p>
            <a:pPr marL="0" indent="0">
              <a:buNone/>
            </a:pPr>
            <a:endParaRPr lang="en-US" sz="2400" dirty="0"/>
          </a:p>
          <a:p>
            <a:r>
              <a:rPr lang="en-US" sz="2400" dirty="0"/>
              <a:t>Architectural Extension: Required</a:t>
            </a:r>
          </a:p>
        </p:txBody>
      </p:sp>
    </p:spTree>
    <p:extLst>
      <p:ext uri="{BB962C8B-B14F-4D97-AF65-F5344CB8AC3E}">
        <p14:creationId xmlns:p14="http://schemas.microsoft.com/office/powerpoint/2010/main" val="3004177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ECC-DEBD-9C29-DED3-D8CD5C2106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3AF4B-DA69-8205-596C-F3631AE846C8}"/>
              </a:ext>
            </a:extLst>
          </p:cNvPr>
          <p:cNvSpPr>
            <a:spLocks noGrp="1"/>
          </p:cNvSpPr>
          <p:nvPr>
            <p:ph type="title"/>
          </p:nvPr>
        </p:nvSpPr>
        <p:spPr/>
        <p:txBody>
          <a:bodyPr/>
          <a:lstStyle/>
          <a:p>
            <a:r>
              <a:rPr lang="en-US" dirty="0"/>
              <a:t>Current Strengths:</a:t>
            </a:r>
            <a:endParaRPr lang="en-ZM" dirty="0"/>
          </a:p>
        </p:txBody>
      </p:sp>
      <p:sp>
        <p:nvSpPr>
          <p:cNvPr id="3" name="Content Placeholder 2">
            <a:extLst>
              <a:ext uri="{FF2B5EF4-FFF2-40B4-BE49-F238E27FC236}">
                <a16:creationId xmlns:a16="http://schemas.microsoft.com/office/drawing/2014/main" id="{05E84634-1399-449B-7C2A-90CE298700AB}"/>
              </a:ext>
            </a:extLst>
          </p:cNvPr>
          <p:cNvSpPr>
            <a:spLocks noGrp="1"/>
          </p:cNvSpPr>
          <p:nvPr>
            <p:ph idx="1"/>
          </p:nvPr>
        </p:nvSpPr>
        <p:spPr/>
        <p:txBody>
          <a:bodyPr>
            <a:normAutofit/>
          </a:bodyPr>
          <a:lstStyle/>
          <a:p>
            <a:r>
              <a:rPr lang="en-US" dirty="0"/>
              <a:t>Integration with Identity Provider (IdP) for SSO authentication</a:t>
            </a:r>
          </a:p>
          <a:p>
            <a:r>
              <a:rPr lang="en-US" dirty="0"/>
              <a:t>HTTPS communication between web app and API</a:t>
            </a:r>
          </a:p>
          <a:p>
            <a:endParaRPr lang="en-ZM" dirty="0"/>
          </a:p>
        </p:txBody>
      </p:sp>
    </p:spTree>
    <p:extLst>
      <p:ext uri="{BB962C8B-B14F-4D97-AF65-F5344CB8AC3E}">
        <p14:creationId xmlns:p14="http://schemas.microsoft.com/office/powerpoint/2010/main" val="40455285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E8EFF-25A9-691C-FBDD-89827A5836AE}"/>
              </a:ext>
            </a:extLst>
          </p:cNvPr>
          <p:cNvSpPr>
            <a:spLocks noGrp="1"/>
          </p:cNvSpPr>
          <p:nvPr>
            <p:ph type="title"/>
          </p:nvPr>
        </p:nvSpPr>
        <p:spPr/>
        <p:txBody>
          <a:bodyPr/>
          <a:lstStyle/>
          <a:p>
            <a:r>
              <a:rPr lang="en-US" dirty="0"/>
              <a:t>SUGGESTED ARCHITECTURAL EXTENSION:</a:t>
            </a:r>
            <a:endParaRPr lang="en-ZM" dirty="0"/>
          </a:p>
        </p:txBody>
      </p:sp>
      <p:sp>
        <p:nvSpPr>
          <p:cNvPr id="3" name="Content Placeholder 2">
            <a:extLst>
              <a:ext uri="{FF2B5EF4-FFF2-40B4-BE49-F238E27FC236}">
                <a16:creationId xmlns:a16="http://schemas.microsoft.com/office/drawing/2014/main" id="{EF75029D-7F7E-D7D5-D383-BE48FF2C2FBC}"/>
              </a:ext>
            </a:extLst>
          </p:cNvPr>
          <p:cNvSpPr>
            <a:spLocks noGrp="1"/>
          </p:cNvSpPr>
          <p:nvPr>
            <p:ph idx="1"/>
          </p:nvPr>
        </p:nvSpPr>
        <p:spPr/>
        <p:txBody>
          <a:bodyPr/>
          <a:lstStyle/>
          <a:p>
            <a:r>
              <a:rPr lang="en-US" dirty="0"/>
              <a:t>Implement "</a:t>
            </a:r>
            <a:r>
              <a:rPr lang="en-US" b="1" dirty="0"/>
              <a:t>Data Encryption Service</a:t>
            </a:r>
            <a:r>
              <a:rPr lang="en-US" dirty="0"/>
              <a:t>" component for at-rest encryption</a:t>
            </a:r>
            <a:endParaRPr lang="en-ZM" dirty="0"/>
          </a:p>
        </p:txBody>
      </p:sp>
    </p:spTree>
    <p:extLst>
      <p:ext uri="{BB962C8B-B14F-4D97-AF65-F5344CB8AC3E}">
        <p14:creationId xmlns:p14="http://schemas.microsoft.com/office/powerpoint/2010/main" val="16580023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5A8BF-6192-B19B-A2C6-CDA80A202DF4}"/>
              </a:ext>
            </a:extLst>
          </p:cNvPr>
          <p:cNvSpPr>
            <a:spLocks noGrp="1"/>
          </p:cNvSpPr>
          <p:nvPr>
            <p:ph type="title"/>
          </p:nvPr>
        </p:nvSpPr>
        <p:spPr>
          <a:xfrm>
            <a:off x="838200" y="371904"/>
            <a:ext cx="10515600" cy="1325563"/>
          </a:xfrm>
        </p:spPr>
        <p:txBody>
          <a:bodyPr/>
          <a:lstStyle/>
          <a:p>
            <a:r>
              <a:rPr lang="es-ES" dirty="0"/>
              <a:t>RELIABILITY PROBLEM</a:t>
            </a:r>
            <a:endParaRPr lang="en-US" dirty="0"/>
          </a:p>
        </p:txBody>
      </p:sp>
      <p:sp>
        <p:nvSpPr>
          <p:cNvPr id="3" name="Content Placeholder 2">
            <a:extLst>
              <a:ext uri="{FF2B5EF4-FFF2-40B4-BE49-F238E27FC236}">
                <a16:creationId xmlns:a16="http://schemas.microsoft.com/office/drawing/2014/main" id="{D4E7DA52-6770-12C8-9262-6A9C1DD7109B}"/>
              </a:ext>
            </a:extLst>
          </p:cNvPr>
          <p:cNvSpPr>
            <a:spLocks noGrp="1"/>
          </p:cNvSpPr>
          <p:nvPr>
            <p:ph idx="1"/>
          </p:nvPr>
        </p:nvSpPr>
        <p:spPr>
          <a:xfrm>
            <a:off x="838200" y="1410227"/>
            <a:ext cx="6872416" cy="2676118"/>
          </a:xfrm>
        </p:spPr>
        <p:txBody>
          <a:bodyPr>
            <a:normAutofit/>
          </a:bodyPr>
          <a:lstStyle/>
          <a:p>
            <a:pPr marL="0" indent="0">
              <a:buNone/>
            </a:pPr>
            <a:r>
              <a:rPr lang="en-IN" sz="1400" dirty="0"/>
              <a:t>During peak usage (e.g. after grade publication or before exam registration deadlines), external systems such as the </a:t>
            </a:r>
            <a:r>
              <a:rPr lang="en-IN" sz="1400" b="1" dirty="0"/>
              <a:t>Student Information System (SIS)</a:t>
            </a:r>
            <a:r>
              <a:rPr lang="en-IN" sz="1400" dirty="0"/>
              <a:t> or the </a:t>
            </a:r>
            <a:r>
              <a:rPr lang="en-IN" sz="1400" b="1" dirty="0"/>
              <a:t>Timetable Service</a:t>
            </a:r>
            <a:r>
              <a:rPr lang="en-IN" sz="1400" dirty="0"/>
              <a:t> may become temporarily unavailable or respond slowly.</a:t>
            </a:r>
            <a:br>
              <a:rPr lang="en-IN" sz="1400" dirty="0"/>
            </a:br>
            <a:r>
              <a:rPr lang="en-IN" sz="1400" dirty="0"/>
              <a:t>When this happens, core EXA functionality (registration, result viewing, or grading workflows) may fail or hang due to synchronous dependencies on these external services.</a:t>
            </a:r>
          </a:p>
          <a:p>
            <a:endParaRPr lang="en-US" sz="1400" dirty="0"/>
          </a:p>
        </p:txBody>
      </p:sp>
      <p:sp>
        <p:nvSpPr>
          <p:cNvPr id="4" name="Content Placeholder 2">
            <a:extLst>
              <a:ext uri="{FF2B5EF4-FFF2-40B4-BE49-F238E27FC236}">
                <a16:creationId xmlns:a16="http://schemas.microsoft.com/office/drawing/2014/main" id="{76EA7DAE-2384-CF0F-BD90-CCE4EE120430}"/>
              </a:ext>
            </a:extLst>
          </p:cNvPr>
          <p:cNvSpPr txBox="1">
            <a:spLocks/>
          </p:cNvSpPr>
          <p:nvPr/>
        </p:nvSpPr>
        <p:spPr>
          <a:xfrm>
            <a:off x="838200" y="2748286"/>
            <a:ext cx="6872416" cy="3985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1400" b="1" dirty="0"/>
              <a:t>Involved Users:</a:t>
            </a:r>
            <a:br>
              <a:rPr lang="en-IN" sz="1400" dirty="0"/>
            </a:br>
            <a:r>
              <a:rPr lang="en-IN" sz="1400" dirty="0"/>
              <a:t>Student, Teacher</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Integration Adapter</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Grading Management</a:t>
            </a:r>
          </a:p>
          <a:p>
            <a:pPr>
              <a:buFont typeface="Arial" panose="020B0604020202020204" pitchFamily="34" charset="0"/>
              <a:buChar char="•"/>
            </a:pPr>
            <a:r>
              <a:rPr lang="en-IN" sz="1400" dirty="0"/>
              <a:t>Result Viewing</a:t>
            </a:r>
          </a:p>
          <a:p>
            <a:pPr marL="0" indent="0">
              <a:buNone/>
            </a:pPr>
            <a:r>
              <a:rPr lang="en-IN" sz="1400" dirty="0"/>
              <a:t>       </a:t>
            </a:r>
            <a:r>
              <a:rPr lang="en-IN" sz="1400" b="1" i="1" u="sng" dirty="0"/>
              <a:t>2. In External Systems:</a:t>
            </a:r>
          </a:p>
          <a:p>
            <a:pPr>
              <a:buFont typeface="Arial" panose="020B0604020202020204" pitchFamily="34" charset="0"/>
              <a:buChar char="•"/>
            </a:pPr>
            <a:r>
              <a:rPr lang="en-IN" sz="1400" dirty="0"/>
              <a:t>Student Information System (SIS)</a:t>
            </a:r>
          </a:p>
          <a:p>
            <a:pPr>
              <a:buFont typeface="Arial" panose="020B0604020202020204" pitchFamily="34" charset="0"/>
              <a:buChar char="•"/>
            </a:pPr>
            <a:r>
              <a:rPr lang="en-IN" sz="1400" dirty="0"/>
              <a:t>Timetable Service</a:t>
            </a:r>
          </a:p>
          <a:p>
            <a:r>
              <a:rPr lang="en-IN" sz="1400" dirty="0"/>
              <a:t>The current architecture allows failures in external systems to propagate into EXA, reducing overall system reliability and potentially blocking critical academic processes.</a:t>
            </a:r>
          </a:p>
        </p:txBody>
      </p:sp>
    </p:spTree>
    <p:extLst>
      <p:ext uri="{BB962C8B-B14F-4D97-AF65-F5344CB8AC3E}">
        <p14:creationId xmlns:p14="http://schemas.microsoft.com/office/powerpoint/2010/main" val="1850926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1492E-D05F-0551-FB12-98F52F4AA679}"/>
              </a:ext>
            </a:extLst>
          </p:cNvPr>
          <p:cNvSpPr>
            <a:spLocks noGrp="1"/>
          </p:cNvSpPr>
          <p:nvPr>
            <p:ph type="title"/>
          </p:nvPr>
        </p:nvSpPr>
        <p:spPr/>
        <p:txBody>
          <a:bodyPr/>
          <a:lstStyle/>
          <a:p>
            <a:r>
              <a:rPr lang="en-US" dirty="0"/>
              <a:t>RELIABILITY PROBLEM - SOLUTION</a:t>
            </a:r>
          </a:p>
        </p:txBody>
      </p:sp>
      <p:sp>
        <p:nvSpPr>
          <p:cNvPr id="3" name="Content Placeholder 2">
            <a:extLst>
              <a:ext uri="{FF2B5EF4-FFF2-40B4-BE49-F238E27FC236}">
                <a16:creationId xmlns:a16="http://schemas.microsoft.com/office/drawing/2014/main" id="{986C3049-3CFB-C0C6-6DEA-D54AF5767D8C}"/>
              </a:ext>
            </a:extLst>
          </p:cNvPr>
          <p:cNvSpPr>
            <a:spLocks noGrp="1"/>
          </p:cNvSpPr>
          <p:nvPr>
            <p:ph idx="1"/>
          </p:nvPr>
        </p:nvSpPr>
        <p:spPr>
          <a:xfrm>
            <a:off x="838200" y="1576301"/>
            <a:ext cx="10515600" cy="4916574"/>
          </a:xfrm>
        </p:spPr>
        <p:txBody>
          <a:bodyPr>
            <a:normAutofit/>
          </a:bodyPr>
          <a:lstStyle/>
          <a:p>
            <a:pPr>
              <a:buFont typeface="Arial" panose="020B0604020202020204" pitchFamily="34" charset="0"/>
              <a:buChar char="•"/>
            </a:pPr>
            <a:r>
              <a:rPr lang="en-IN" sz="1600" dirty="0"/>
              <a:t>The solution introduces </a:t>
            </a:r>
            <a:r>
              <a:rPr lang="en-IN" sz="1600" b="1" dirty="0"/>
              <a:t>fault-tolerance mechanisms</a:t>
            </a:r>
            <a:r>
              <a:rPr lang="en-IN" sz="1600" dirty="0"/>
              <a:t> at the Integration Adapter level. All communication with external systems is guarded by :</a:t>
            </a:r>
          </a:p>
          <a:p>
            <a:pPr marL="742950" lvl="1" indent="-285750">
              <a:buFont typeface="Arial" panose="020B0604020202020204" pitchFamily="34" charset="0"/>
              <a:buChar char="•"/>
            </a:pPr>
            <a:r>
              <a:rPr lang="en-IN" sz="1600" dirty="0"/>
              <a:t>timeouts</a:t>
            </a:r>
          </a:p>
          <a:p>
            <a:pPr marL="742950" lvl="1" indent="-285750">
              <a:buFont typeface="Arial" panose="020B0604020202020204" pitchFamily="34" charset="0"/>
              <a:buChar char="•"/>
            </a:pPr>
            <a:r>
              <a:rPr lang="en-IN" sz="1600" dirty="0"/>
              <a:t>retries with backoff</a:t>
            </a:r>
          </a:p>
          <a:p>
            <a:pPr marL="742950" lvl="1" indent="-285750">
              <a:buFont typeface="Arial" panose="020B0604020202020204" pitchFamily="34" charset="0"/>
              <a:buChar char="•"/>
            </a:pPr>
            <a:r>
              <a:rPr lang="en-IN" sz="1600" dirty="0"/>
              <a:t>circuit breakers</a:t>
            </a:r>
          </a:p>
          <a:p>
            <a:pPr>
              <a:buFontTx/>
              <a:buChar char="-"/>
            </a:pPr>
            <a:r>
              <a:rPr lang="en-IN" sz="1600" dirty="0"/>
              <a:t>If an external system is unavailable, the Integration Adapter either:</a:t>
            </a:r>
          </a:p>
          <a:p>
            <a:pPr>
              <a:buFontTx/>
              <a:buChar char="-"/>
            </a:pPr>
            <a:r>
              <a:rPr lang="en-IN" sz="1600" dirty="0"/>
              <a:t>returns cached or last-known-valid data where possible or fails fast and allows the calling business component to continue in a degraded but controlled mode.</a:t>
            </a:r>
          </a:p>
          <a:p>
            <a:pPr>
              <a:buFontTx/>
              <a:buChar char="-"/>
            </a:pPr>
            <a:r>
              <a:rPr lang="en-IN" sz="1600" dirty="0"/>
              <a:t>This prevents cascading failures, ensures that EXA remains operational for core use cases, and significantly improves system reliability even when external dependencies are unstable.</a:t>
            </a:r>
          </a:p>
          <a:p>
            <a:pPr marL="0" indent="0">
              <a:buNone/>
            </a:pPr>
            <a:r>
              <a:rPr lang="en-IN" sz="1600" b="1" u="sng" dirty="0"/>
              <a:t>Result : </a:t>
            </a:r>
          </a:p>
          <a:p>
            <a:pPr>
              <a:buFont typeface="Arial" panose="020B0604020202020204" pitchFamily="34" charset="0"/>
              <a:buChar char="•"/>
            </a:pPr>
            <a:r>
              <a:rPr lang="en-IN" sz="1600" dirty="0"/>
              <a:t>External system outages are </a:t>
            </a:r>
            <a:r>
              <a:rPr lang="en-IN" sz="1600" b="1" dirty="0"/>
              <a:t>isolated</a:t>
            </a:r>
            <a:r>
              <a:rPr lang="en-IN" sz="1600" dirty="0"/>
              <a:t> from the rest of EXA.</a:t>
            </a:r>
          </a:p>
          <a:p>
            <a:pPr>
              <a:buFont typeface="Arial" panose="020B0604020202020204" pitchFamily="34" charset="0"/>
              <a:buChar char="•"/>
            </a:pPr>
            <a:r>
              <a:rPr lang="en-IN" sz="1600" dirty="0"/>
              <a:t>Core functionality continues to operate in a </a:t>
            </a:r>
            <a:r>
              <a:rPr lang="en-IN" sz="1600" b="1" dirty="0"/>
              <a:t>controlled or degraded mode</a:t>
            </a:r>
            <a:r>
              <a:rPr lang="en-IN" sz="1600" dirty="0"/>
              <a:t>.</a:t>
            </a:r>
          </a:p>
          <a:p>
            <a:pPr>
              <a:buFont typeface="Arial" panose="020B0604020202020204" pitchFamily="34" charset="0"/>
              <a:buChar char="•"/>
            </a:pPr>
            <a:r>
              <a:rPr lang="en-IN" sz="1600" dirty="0"/>
              <a:t>The system remains reliable even when external dependencies are unstable.</a:t>
            </a:r>
          </a:p>
          <a:p>
            <a:endParaRPr lang="en-US" sz="1600" dirty="0"/>
          </a:p>
        </p:txBody>
      </p:sp>
    </p:spTree>
    <p:extLst>
      <p:ext uri="{BB962C8B-B14F-4D97-AF65-F5344CB8AC3E}">
        <p14:creationId xmlns:p14="http://schemas.microsoft.com/office/powerpoint/2010/main" val="2424220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39D40-5BA7-2569-F1BD-6849E1830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F9C2-E074-AF8A-1377-DA20DFE3BF74}"/>
              </a:ext>
            </a:extLst>
          </p:cNvPr>
          <p:cNvSpPr>
            <a:spLocks noGrp="1"/>
          </p:cNvSpPr>
          <p:nvPr>
            <p:ph type="title"/>
          </p:nvPr>
        </p:nvSpPr>
        <p:spPr/>
        <p:txBody>
          <a:bodyPr/>
          <a:lstStyle/>
          <a:p>
            <a:r>
              <a:rPr lang="en-US" dirty="0"/>
              <a:t>SCALABILITY PROBLEM</a:t>
            </a:r>
          </a:p>
        </p:txBody>
      </p:sp>
      <p:sp>
        <p:nvSpPr>
          <p:cNvPr id="3" name="Content Placeholder 2">
            <a:extLst>
              <a:ext uri="{FF2B5EF4-FFF2-40B4-BE49-F238E27FC236}">
                <a16:creationId xmlns:a16="http://schemas.microsoft.com/office/drawing/2014/main" id="{507A19C4-06C0-422C-043A-49388C722F15}"/>
              </a:ext>
            </a:extLst>
          </p:cNvPr>
          <p:cNvSpPr>
            <a:spLocks noGrp="1"/>
          </p:cNvSpPr>
          <p:nvPr>
            <p:ph idx="1"/>
          </p:nvPr>
        </p:nvSpPr>
        <p:spPr>
          <a:xfrm>
            <a:off x="838200" y="1576301"/>
            <a:ext cx="5822092" cy="4916574"/>
          </a:xfrm>
        </p:spPr>
        <p:txBody>
          <a:bodyPr>
            <a:normAutofit/>
          </a:bodyPr>
          <a:lstStyle/>
          <a:p>
            <a:pPr marL="0" indent="0">
              <a:buNone/>
            </a:pPr>
            <a:r>
              <a:rPr lang="en-IN" sz="1400" dirty="0"/>
              <a:t>At predictable times such as the beginning of the semester or during exam registration openings, </a:t>
            </a:r>
            <a:r>
              <a:rPr lang="en-IN" sz="1400" b="1" dirty="0"/>
              <a:t>hundreds or thousands of students</a:t>
            </a:r>
            <a:r>
              <a:rPr lang="en-IN" sz="1400" dirty="0"/>
              <a:t> may simultaneously attempt to register for exam terms or view schedules.</a:t>
            </a:r>
            <a:br>
              <a:rPr lang="en-IN" sz="1400" dirty="0"/>
            </a:br>
            <a:r>
              <a:rPr lang="en-IN" sz="1400" dirty="0"/>
              <a:t>This leads to sudden spikes in load on the Backend API, particularly on registration-related components and database access.</a:t>
            </a:r>
          </a:p>
          <a:p>
            <a:r>
              <a:rPr lang="en-IN" sz="1400" b="1" dirty="0"/>
              <a:t>Involved Users:</a:t>
            </a:r>
            <a:br>
              <a:rPr lang="en-IN" sz="1400" dirty="0"/>
            </a:br>
            <a:r>
              <a:rPr lang="en-IN" sz="1400" dirty="0"/>
              <a:t>Student</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Persistence Adapter</a:t>
            </a:r>
          </a:p>
          <a:p>
            <a:pPr>
              <a:buFont typeface="Arial" panose="020B0604020202020204" pitchFamily="34" charset="0"/>
              <a:buChar char="•"/>
            </a:pPr>
            <a:r>
              <a:rPr lang="en-IN" sz="1400" dirty="0"/>
              <a:t>Database</a:t>
            </a:r>
          </a:p>
          <a:p>
            <a:pPr marL="0" indent="0">
              <a:buNone/>
            </a:pPr>
            <a:r>
              <a:rPr lang="en-IN" sz="1400" dirty="0"/>
              <a:t>        </a:t>
            </a:r>
            <a:r>
              <a:rPr lang="en-IN" sz="1400" b="1" i="1" u="sng" dirty="0"/>
              <a:t>2 .In Infrastructure:</a:t>
            </a:r>
          </a:p>
          <a:p>
            <a:pPr>
              <a:buFont typeface="Arial" panose="020B0604020202020204" pitchFamily="34" charset="0"/>
              <a:buChar char="•"/>
            </a:pPr>
            <a:r>
              <a:rPr lang="en-IN" sz="1400" dirty="0"/>
              <a:t>Backend API container</a:t>
            </a:r>
          </a:p>
          <a:p>
            <a:r>
              <a:rPr lang="en-IN" sz="1400" dirty="0"/>
              <a:t>The current architecture risks performance degradation or request failures under high concurrent load if backend components cannot scale quickly enough.</a:t>
            </a:r>
          </a:p>
        </p:txBody>
      </p:sp>
    </p:spTree>
    <p:extLst>
      <p:ext uri="{BB962C8B-B14F-4D97-AF65-F5344CB8AC3E}">
        <p14:creationId xmlns:p14="http://schemas.microsoft.com/office/powerpoint/2010/main" val="42075998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89FD4-F64C-5040-48BE-90CE4AED22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E253C-2669-E61B-5E0B-3E768F7A81C7}"/>
              </a:ext>
            </a:extLst>
          </p:cNvPr>
          <p:cNvSpPr>
            <a:spLocks noGrp="1"/>
          </p:cNvSpPr>
          <p:nvPr>
            <p:ph type="title"/>
          </p:nvPr>
        </p:nvSpPr>
        <p:spPr/>
        <p:txBody>
          <a:bodyPr/>
          <a:lstStyle/>
          <a:p>
            <a:r>
              <a:rPr lang="en-US" dirty="0"/>
              <a:t>SCALABILITY PROBLEM - SOLUTION</a:t>
            </a:r>
          </a:p>
        </p:txBody>
      </p:sp>
      <p:sp>
        <p:nvSpPr>
          <p:cNvPr id="3" name="Content Placeholder 2">
            <a:extLst>
              <a:ext uri="{FF2B5EF4-FFF2-40B4-BE49-F238E27FC236}">
                <a16:creationId xmlns:a16="http://schemas.microsoft.com/office/drawing/2014/main" id="{54DA6D41-842D-DABC-4394-97E36FBBDAC3}"/>
              </a:ext>
            </a:extLst>
          </p:cNvPr>
          <p:cNvSpPr>
            <a:spLocks noGrp="1"/>
          </p:cNvSpPr>
          <p:nvPr>
            <p:ph idx="1"/>
          </p:nvPr>
        </p:nvSpPr>
        <p:spPr>
          <a:xfrm>
            <a:off x="838200" y="1576301"/>
            <a:ext cx="6711778" cy="4916574"/>
          </a:xfrm>
        </p:spPr>
        <p:txBody>
          <a:bodyPr>
            <a:noAutofit/>
          </a:bodyPr>
          <a:lstStyle/>
          <a:p>
            <a:r>
              <a:rPr lang="en-IN" sz="1400" dirty="0"/>
              <a:t>The solution leverages </a:t>
            </a:r>
            <a:r>
              <a:rPr lang="en-IN" sz="1400" b="1" dirty="0"/>
              <a:t>horizontal scalability</a:t>
            </a:r>
            <a:r>
              <a:rPr lang="en-IN" sz="1400" dirty="0"/>
              <a:t> of the Backend API container.</a:t>
            </a:r>
            <a:br>
              <a:rPr lang="en-IN" sz="1400" dirty="0"/>
            </a:br>
            <a:r>
              <a:rPr lang="en-IN" sz="1400" dirty="0"/>
              <a:t>The Registration Management component is designed to be stateless, allowing multiple instances to be deployed behind a load balancer.</a:t>
            </a:r>
          </a:p>
          <a:p>
            <a:r>
              <a:rPr lang="en-IN" sz="1400" dirty="0"/>
              <a:t>Database access is optimized through connection pooling and efficient transaction handling, while predictable peak periods are handled by </a:t>
            </a:r>
            <a:r>
              <a:rPr lang="en-IN" sz="1400" b="1" dirty="0"/>
              <a:t>pre-scaling</a:t>
            </a:r>
            <a:r>
              <a:rPr lang="en-IN" sz="1400" dirty="0"/>
              <a:t> backend instances ahead of time.</a:t>
            </a:r>
          </a:p>
          <a:p>
            <a:pPr marL="0" indent="0">
              <a:buNone/>
            </a:pPr>
            <a:endParaRPr lang="en-IN" sz="1400" dirty="0"/>
          </a:p>
          <a:p>
            <a:pPr marL="0" indent="0">
              <a:buNone/>
            </a:pPr>
            <a:r>
              <a:rPr lang="en-IN" sz="1400" dirty="0"/>
              <a:t>Design backend components (especially </a:t>
            </a:r>
            <a:r>
              <a:rPr lang="en-IN" sz="1400" b="1" dirty="0"/>
              <a:t>Registration Management</a:t>
            </a:r>
            <a:r>
              <a:rPr lang="en-IN" sz="1400" dirty="0"/>
              <a:t>) to be </a:t>
            </a:r>
            <a:r>
              <a:rPr lang="en-IN" sz="1400" b="1" dirty="0"/>
              <a:t>stateless</a:t>
            </a:r>
            <a:r>
              <a:rPr lang="en-IN" sz="1400" dirty="0"/>
              <a:t>.</a:t>
            </a:r>
          </a:p>
          <a:p>
            <a:pPr>
              <a:buFont typeface="Arial" panose="020B0604020202020204" pitchFamily="34" charset="0"/>
              <a:buChar char="•"/>
            </a:pPr>
            <a:r>
              <a:rPr lang="en-IN" sz="1400" dirty="0"/>
              <a:t>Deploy the </a:t>
            </a:r>
            <a:r>
              <a:rPr lang="en-IN" sz="1400" b="1" dirty="0"/>
              <a:t>Backend API</a:t>
            </a:r>
            <a:r>
              <a:rPr lang="en-IN" sz="1400" dirty="0"/>
              <a:t> as multiple instances behind a load balancer.</a:t>
            </a:r>
          </a:p>
          <a:p>
            <a:pPr>
              <a:buFont typeface="Arial" panose="020B0604020202020204" pitchFamily="34" charset="0"/>
              <a:buChar char="•"/>
            </a:pPr>
            <a:r>
              <a:rPr lang="en-IN" sz="1400" dirty="0"/>
              <a:t>Use:</a:t>
            </a:r>
          </a:p>
          <a:p>
            <a:pPr marL="742950" lvl="1" indent="-285750">
              <a:buFont typeface="Arial" panose="020B0604020202020204" pitchFamily="34" charset="0"/>
              <a:buChar char="•"/>
            </a:pPr>
            <a:r>
              <a:rPr lang="en-IN" sz="1400" dirty="0"/>
              <a:t>horizontal scaling</a:t>
            </a:r>
          </a:p>
          <a:p>
            <a:pPr marL="742950" lvl="1" indent="-285750">
              <a:buFont typeface="Arial" panose="020B0604020202020204" pitchFamily="34" charset="0"/>
              <a:buChar char="•"/>
            </a:pPr>
            <a:r>
              <a:rPr lang="en-IN" sz="1400" dirty="0"/>
              <a:t>connection pooling</a:t>
            </a:r>
          </a:p>
          <a:p>
            <a:pPr marL="742950" lvl="1" indent="-285750">
              <a:buFont typeface="Arial" panose="020B0604020202020204" pitchFamily="34" charset="0"/>
              <a:buChar char="•"/>
            </a:pPr>
            <a:r>
              <a:rPr lang="en-IN" sz="1400" dirty="0"/>
              <a:t>pre-scaling during known peak periods</a:t>
            </a:r>
          </a:p>
          <a:p>
            <a:r>
              <a:rPr lang="en-IN" sz="1400" b="1" dirty="0"/>
              <a:t>Result</a:t>
            </a:r>
          </a:p>
          <a:p>
            <a:pPr>
              <a:buFont typeface="Arial" panose="020B0604020202020204" pitchFamily="34" charset="0"/>
              <a:buChar char="•"/>
            </a:pPr>
            <a:r>
              <a:rPr lang="en-IN" sz="1400" dirty="0"/>
              <a:t>The system can handle </a:t>
            </a:r>
            <a:r>
              <a:rPr lang="en-IN" sz="1400" b="1" dirty="0"/>
              <a:t>large bursts of concurrent requests</a:t>
            </a:r>
            <a:r>
              <a:rPr lang="en-IN" sz="1400" dirty="0"/>
              <a:t>.</a:t>
            </a:r>
          </a:p>
          <a:p>
            <a:pPr>
              <a:buFont typeface="Arial" panose="020B0604020202020204" pitchFamily="34" charset="0"/>
              <a:buChar char="•"/>
            </a:pPr>
            <a:r>
              <a:rPr lang="en-IN" sz="1400" dirty="0"/>
              <a:t>Performance remains stable during peak usage.</a:t>
            </a:r>
          </a:p>
          <a:p>
            <a:pPr>
              <a:buFont typeface="Arial" panose="020B0604020202020204" pitchFamily="34" charset="0"/>
              <a:buChar char="•"/>
            </a:pPr>
            <a:r>
              <a:rPr lang="en-IN" sz="1400" dirty="0"/>
              <a:t>Scalability requirements are met without architectural complexity.</a:t>
            </a:r>
          </a:p>
          <a:p>
            <a:endParaRPr lang="en-IN" sz="1400" dirty="0"/>
          </a:p>
        </p:txBody>
      </p:sp>
    </p:spTree>
    <p:extLst>
      <p:ext uri="{BB962C8B-B14F-4D97-AF65-F5344CB8AC3E}">
        <p14:creationId xmlns:p14="http://schemas.microsoft.com/office/powerpoint/2010/main" val="358228732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230</TotalTime>
  <Words>1074</Words>
  <Application>Microsoft Macintosh PowerPoint</Application>
  <PresentationFormat>Widescreen</PresentationFormat>
  <Paragraphs>98</Paragraphs>
  <Slides>17</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Tema de Office</vt:lpstr>
      <vt:lpstr>PowerPoint Presentation</vt:lpstr>
      <vt:lpstr>AVALABILITY PROBLEM: ISSUE</vt:lpstr>
      <vt:lpstr>AVAILABILITY PROBLEM: SOLUTION</vt:lpstr>
      <vt:lpstr>MODIFIABILITY PROBLEM: ISSUE</vt:lpstr>
      <vt:lpstr>MODIFIABILITY PROBLEM: SOLUTION</vt:lpstr>
      <vt:lpstr>REQUIREMENT: MAINTAINABILITY &amp; TESTABILITY</vt:lpstr>
      <vt:lpstr>Current Strengths:</vt:lpstr>
      <vt:lpstr>PowerPoint Presentation</vt:lpstr>
      <vt:lpstr>PowerPoint Presentation</vt:lpstr>
      <vt:lpstr>PowerPoint Presentation</vt:lpstr>
      <vt:lpstr>REQUIREMENT: SECURITY &amp; DATA PRIVACY</vt:lpstr>
      <vt:lpstr>Current Strengths:</vt:lpstr>
      <vt:lpstr>SUGGESTED ARCHITECTURAL EXTENSION:</vt:lpstr>
      <vt:lpstr>RELIABILITY PROBLEM</vt:lpstr>
      <vt:lpstr>RELIABILITY PROBLEM - SOLUTION</vt:lpstr>
      <vt:lpstr>SCALABILITY PROBLEM</vt:lpstr>
      <vt:lpstr>SCALABILITY PROBLEM - SOLUTION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YASH MANGE - 70362019034</cp:lastModifiedBy>
  <cp:revision>3</cp:revision>
  <dcterms:created xsi:type="dcterms:W3CDTF">2026-01-02T13:06:19Z</dcterms:created>
  <dcterms:modified xsi:type="dcterms:W3CDTF">2026-01-04T17:02:02Z</dcterms:modified>
</cp:coreProperties>
</file>