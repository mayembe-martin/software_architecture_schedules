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60" r:id="rId3"/>
    <p:sldId id="261" r:id="rId4"/>
    <p:sldId id="257" r:id="rId5"/>
    <p:sldId id="259" r:id="rId6"/>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2F9144-AC0E-4516-A58E-21268A424A36}" v="9" dt="2026-01-02T16:32:01.4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72"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ker Joaquín" userId="acaffbe4a706a9d4" providerId="LiveId" clId="{D1DFD0CF-3B6A-4A93-9F8B-FF939B2F1C04}"/>
    <pc:docChg chg="undo custSel addSld delSld modSld">
      <pc:chgData name="Iker Joaquín" userId="acaffbe4a706a9d4" providerId="LiveId" clId="{D1DFD0CF-3B6A-4A93-9F8B-FF939B2F1C04}" dt="2026-01-02T16:32:26.172" v="1831" actId="1076"/>
      <pc:docMkLst>
        <pc:docMk/>
      </pc:docMkLst>
      <pc:sldChg chg="addSp delSp modSp new mod setBg">
        <pc:chgData name="Iker Joaquín" userId="acaffbe4a706a9d4" providerId="LiveId" clId="{D1DFD0CF-3B6A-4A93-9F8B-FF939B2F1C04}" dt="2026-01-02T15:03:02.965" v="46" actId="26606"/>
        <pc:sldMkLst>
          <pc:docMk/>
          <pc:sldMk cId="527988461" sldId="256"/>
        </pc:sldMkLst>
        <pc:spChg chg="mod">
          <ac:chgData name="Iker Joaquín" userId="acaffbe4a706a9d4" providerId="LiveId" clId="{D1DFD0CF-3B6A-4A93-9F8B-FF939B2F1C04}" dt="2026-01-02T15:03:02.965" v="46" actId="26606"/>
          <ac:spMkLst>
            <pc:docMk/>
            <pc:sldMk cId="527988461" sldId="256"/>
            <ac:spMk id="2" creationId="{AC8CE816-90D2-220C-579B-2E51084401C6}"/>
          </ac:spMkLst>
        </pc:spChg>
        <pc:spChg chg="mod">
          <ac:chgData name="Iker Joaquín" userId="acaffbe4a706a9d4" providerId="LiveId" clId="{D1DFD0CF-3B6A-4A93-9F8B-FF939B2F1C04}" dt="2026-01-02T15:03:02.965" v="46" actId="26606"/>
          <ac:spMkLst>
            <pc:docMk/>
            <pc:sldMk cId="527988461" sldId="256"/>
            <ac:spMk id="3" creationId="{E1B75CE3-D0D0-D9DA-4B45-6DDADDB1D0E0}"/>
          </ac:spMkLst>
        </pc:spChg>
        <pc:spChg chg="add del">
          <ac:chgData name="Iker Joaquín" userId="acaffbe4a706a9d4" providerId="LiveId" clId="{D1DFD0CF-3B6A-4A93-9F8B-FF939B2F1C04}" dt="2026-01-02T15:03:02.965" v="46" actId="26606"/>
          <ac:spMkLst>
            <pc:docMk/>
            <pc:sldMk cId="527988461" sldId="256"/>
            <ac:spMk id="8" creationId="{5A292AEA-2528-46C0-B426-95822B6141FB}"/>
          </ac:spMkLst>
        </pc:spChg>
        <pc:spChg chg="add del">
          <ac:chgData name="Iker Joaquín" userId="acaffbe4a706a9d4" providerId="LiveId" clId="{D1DFD0CF-3B6A-4A93-9F8B-FF939B2F1C04}" dt="2026-01-02T15:03:02.965" v="46" actId="26606"/>
          <ac:spMkLst>
            <pc:docMk/>
            <pc:sldMk cId="527988461" sldId="256"/>
            <ac:spMk id="10" creationId="{D8B7B198-E4DF-43CD-AD8C-199884323745}"/>
          </ac:spMkLst>
        </pc:spChg>
        <pc:spChg chg="add del">
          <ac:chgData name="Iker Joaquín" userId="acaffbe4a706a9d4" providerId="LiveId" clId="{D1DFD0CF-3B6A-4A93-9F8B-FF939B2F1C04}" dt="2026-01-02T15:03:02.965" v="46" actId="26606"/>
          <ac:spMkLst>
            <pc:docMk/>
            <pc:sldMk cId="527988461" sldId="256"/>
            <ac:spMk id="12" creationId="{2BE67753-EA0E-4819-8D22-0B6600CF7231}"/>
          </ac:spMkLst>
        </pc:spChg>
        <pc:grpChg chg="add del">
          <ac:chgData name="Iker Joaquín" userId="acaffbe4a706a9d4" providerId="LiveId" clId="{D1DFD0CF-3B6A-4A93-9F8B-FF939B2F1C04}" dt="2026-01-02T15:03:02.965" v="46" actId="26606"/>
          <ac:grpSpMkLst>
            <pc:docMk/>
            <pc:sldMk cId="527988461" sldId="256"/>
            <ac:grpSpMk id="14" creationId="{D76D63AC-0421-45EC-B383-E79A61A78C6B}"/>
          </ac:grpSpMkLst>
        </pc:grpChg>
        <pc:grpChg chg="add del">
          <ac:chgData name="Iker Joaquín" userId="acaffbe4a706a9d4" providerId="LiveId" clId="{D1DFD0CF-3B6A-4A93-9F8B-FF939B2F1C04}" dt="2026-01-02T15:03:02.965" v="46" actId="26606"/>
          <ac:grpSpMkLst>
            <pc:docMk/>
            <pc:sldMk cId="527988461" sldId="256"/>
            <ac:grpSpMk id="23" creationId="{87F87F1B-42BA-4AC7-A4E2-41544DDB2CE3}"/>
          </ac:grpSpMkLst>
        </pc:grpChg>
        <pc:grpChg chg="add del">
          <ac:chgData name="Iker Joaquín" userId="acaffbe4a706a9d4" providerId="LiveId" clId="{D1DFD0CF-3B6A-4A93-9F8B-FF939B2F1C04}" dt="2026-01-02T15:03:02.965" v="46" actId="26606"/>
          <ac:grpSpMkLst>
            <pc:docMk/>
            <pc:sldMk cId="527988461" sldId="256"/>
            <ac:grpSpMk id="29" creationId="{967346A5-7569-4F15-AB5D-BE3DADF192C0}"/>
          </ac:grpSpMkLst>
        </pc:grpChg>
      </pc:sldChg>
      <pc:sldChg chg="addSp delSp modSp new mod setBg">
        <pc:chgData name="Iker Joaquín" userId="acaffbe4a706a9d4" providerId="LiveId" clId="{D1DFD0CF-3B6A-4A93-9F8B-FF939B2F1C04}" dt="2026-01-02T15:48:04.979" v="597" actId="1076"/>
        <pc:sldMkLst>
          <pc:docMk/>
          <pc:sldMk cId="648425079" sldId="257"/>
        </pc:sldMkLst>
        <pc:spChg chg="mod">
          <ac:chgData name="Iker Joaquín" userId="acaffbe4a706a9d4" providerId="LiveId" clId="{D1DFD0CF-3B6A-4A93-9F8B-FF939B2F1C04}" dt="2026-01-02T15:48:00.617" v="594" actId="26606"/>
          <ac:spMkLst>
            <pc:docMk/>
            <pc:sldMk cId="648425079" sldId="257"/>
            <ac:spMk id="2" creationId="{70D810E6-D634-5775-23EC-7C1CD5F9B4BC}"/>
          </ac:spMkLst>
        </pc:spChg>
        <pc:spChg chg="mod">
          <ac:chgData name="Iker Joaquín" userId="acaffbe4a706a9d4" providerId="LiveId" clId="{D1DFD0CF-3B6A-4A93-9F8B-FF939B2F1C04}" dt="2026-01-02T15:48:00.617" v="594" actId="26606"/>
          <ac:spMkLst>
            <pc:docMk/>
            <pc:sldMk cId="648425079" sldId="257"/>
            <ac:spMk id="3" creationId="{61F5AB5F-386D-CE95-CCBF-2F74C67C4105}"/>
          </ac:spMkLst>
        </pc:spChg>
        <pc:spChg chg="add del">
          <ac:chgData name="Iker Joaquín" userId="acaffbe4a706a9d4" providerId="LiveId" clId="{D1DFD0CF-3B6A-4A93-9F8B-FF939B2F1C04}" dt="2026-01-02T15:47:10.307" v="588" actId="26606"/>
          <ac:spMkLst>
            <pc:docMk/>
            <pc:sldMk cId="648425079" sldId="257"/>
            <ac:spMk id="10" creationId="{DBC6133C-0615-4CE4-9132-37E609A9BDFA}"/>
          </ac:spMkLst>
        </pc:spChg>
        <pc:spChg chg="add del">
          <ac:chgData name="Iker Joaquín" userId="acaffbe4a706a9d4" providerId="LiveId" clId="{D1DFD0CF-3B6A-4A93-9F8B-FF939B2F1C04}" dt="2026-01-02T15:47:10.307" v="588" actId="26606"/>
          <ac:spMkLst>
            <pc:docMk/>
            <pc:sldMk cId="648425079" sldId="257"/>
            <ac:spMk id="12" creationId="{169CC832-2974-4E8D-90ED-3E2941BA7336}"/>
          </ac:spMkLst>
        </pc:spChg>
        <pc:spChg chg="add del">
          <ac:chgData name="Iker Joaquín" userId="acaffbe4a706a9d4" providerId="LiveId" clId="{D1DFD0CF-3B6A-4A93-9F8B-FF939B2F1C04}" dt="2026-01-02T15:47:10.307" v="588" actId="26606"/>
          <ac:spMkLst>
            <pc:docMk/>
            <pc:sldMk cId="648425079" sldId="257"/>
            <ac:spMk id="14" creationId="{55222F96-971A-4F90-B841-6BAB416C7AC1}"/>
          </ac:spMkLst>
        </pc:spChg>
        <pc:spChg chg="add del">
          <ac:chgData name="Iker Joaquín" userId="acaffbe4a706a9d4" providerId="LiveId" clId="{D1DFD0CF-3B6A-4A93-9F8B-FF939B2F1C04}" dt="2026-01-02T15:47:10.307" v="588" actId="26606"/>
          <ac:spMkLst>
            <pc:docMk/>
            <pc:sldMk cId="648425079" sldId="257"/>
            <ac:spMk id="16" creationId="{08980754-6F4B-43C9-B9BE-127B6BED6586}"/>
          </ac:spMkLst>
        </pc:spChg>
        <pc:spChg chg="add del">
          <ac:chgData name="Iker Joaquín" userId="acaffbe4a706a9d4" providerId="LiveId" clId="{D1DFD0CF-3B6A-4A93-9F8B-FF939B2F1C04}" dt="2026-01-02T15:47:10.307" v="588" actId="26606"/>
          <ac:spMkLst>
            <pc:docMk/>
            <pc:sldMk cId="648425079" sldId="257"/>
            <ac:spMk id="18" creationId="{2C1BBA94-3F40-40AA-8BB9-E69E25E537C1}"/>
          </ac:spMkLst>
        </pc:spChg>
        <pc:spChg chg="add del">
          <ac:chgData name="Iker Joaquín" userId="acaffbe4a706a9d4" providerId="LiveId" clId="{D1DFD0CF-3B6A-4A93-9F8B-FF939B2F1C04}" dt="2026-01-02T15:48:00.620" v="595" actId="26606"/>
          <ac:spMkLst>
            <pc:docMk/>
            <pc:sldMk cId="648425079" sldId="257"/>
            <ac:spMk id="20" creationId="{743AA782-23D1-4521-8CAD-47662984AA08}"/>
          </ac:spMkLst>
        </pc:spChg>
        <pc:spChg chg="add del">
          <ac:chgData name="Iker Joaquín" userId="acaffbe4a706a9d4" providerId="LiveId" clId="{D1DFD0CF-3B6A-4A93-9F8B-FF939B2F1C04}" dt="2026-01-02T15:48:00.620" v="595" actId="26606"/>
          <ac:spMkLst>
            <pc:docMk/>
            <pc:sldMk cId="648425079" sldId="257"/>
            <ac:spMk id="21" creationId="{71877DBC-BB60-40F0-AC93-2ACDBAAE60CE}"/>
          </ac:spMkLst>
        </pc:spChg>
        <pc:spChg chg="add del">
          <ac:chgData name="Iker Joaquín" userId="acaffbe4a706a9d4" providerId="LiveId" clId="{D1DFD0CF-3B6A-4A93-9F8B-FF939B2F1C04}" dt="2026-01-02T15:48:00.617" v="594" actId="26606"/>
          <ac:spMkLst>
            <pc:docMk/>
            <pc:sldMk cId="648425079" sldId="257"/>
            <ac:spMk id="26" creationId="{7FF47CB7-972F-479F-A36D-9E72D26EC8DA}"/>
          </ac:spMkLst>
        </pc:spChg>
        <pc:spChg chg="add del">
          <ac:chgData name="Iker Joaquín" userId="acaffbe4a706a9d4" providerId="LiveId" clId="{D1DFD0CF-3B6A-4A93-9F8B-FF939B2F1C04}" dt="2026-01-02T15:48:00.617" v="594" actId="26606"/>
          <ac:spMkLst>
            <pc:docMk/>
            <pc:sldMk cId="648425079" sldId="257"/>
            <ac:spMk id="28" creationId="{0D153B68-5844-490D-8E67-F616D6D721CA}"/>
          </ac:spMkLst>
        </pc:spChg>
        <pc:spChg chg="add del">
          <ac:chgData name="Iker Joaquín" userId="acaffbe4a706a9d4" providerId="LiveId" clId="{D1DFD0CF-3B6A-4A93-9F8B-FF939B2F1C04}" dt="2026-01-02T15:48:00.617" v="594" actId="26606"/>
          <ac:spMkLst>
            <pc:docMk/>
            <pc:sldMk cId="648425079" sldId="257"/>
            <ac:spMk id="30" creationId="{9A0D773F-7A7D-4DBB-9DEA-86BB8B8F4BC8}"/>
          </ac:spMkLst>
        </pc:spChg>
        <pc:spChg chg="add">
          <ac:chgData name="Iker Joaquín" userId="acaffbe4a706a9d4" providerId="LiveId" clId="{D1DFD0CF-3B6A-4A93-9F8B-FF939B2F1C04}" dt="2026-01-02T15:48:00.620" v="595" actId="26606"/>
          <ac:spMkLst>
            <pc:docMk/>
            <pc:sldMk cId="648425079" sldId="257"/>
            <ac:spMk id="32" creationId="{743AA782-23D1-4521-8CAD-47662984AA08}"/>
          </ac:spMkLst>
        </pc:spChg>
        <pc:spChg chg="add">
          <ac:chgData name="Iker Joaquín" userId="acaffbe4a706a9d4" providerId="LiveId" clId="{D1DFD0CF-3B6A-4A93-9F8B-FF939B2F1C04}" dt="2026-01-02T15:48:00.620" v="595" actId="26606"/>
          <ac:spMkLst>
            <pc:docMk/>
            <pc:sldMk cId="648425079" sldId="257"/>
            <ac:spMk id="33" creationId="{650D18FE-0824-4A46-B22C-A86B52E5780A}"/>
          </ac:spMkLst>
        </pc:spChg>
        <pc:picChg chg="add mod">
          <ac:chgData name="Iker Joaquín" userId="acaffbe4a706a9d4" providerId="LiveId" clId="{D1DFD0CF-3B6A-4A93-9F8B-FF939B2F1C04}" dt="2026-01-02T15:48:04.979" v="597" actId="1076"/>
          <ac:picMkLst>
            <pc:docMk/>
            <pc:sldMk cId="648425079" sldId="257"/>
            <ac:picMk id="5" creationId="{FBE88C5A-76C0-CA70-1F19-B652A1D7B555}"/>
          </ac:picMkLst>
        </pc:picChg>
      </pc:sldChg>
      <pc:sldChg chg="modSp add del mod">
        <pc:chgData name="Iker Joaquín" userId="acaffbe4a706a9d4" providerId="LiveId" clId="{D1DFD0CF-3B6A-4A93-9F8B-FF939B2F1C04}" dt="2026-01-02T15:48:36.491" v="599" actId="47"/>
        <pc:sldMkLst>
          <pc:docMk/>
          <pc:sldMk cId="2537118722" sldId="258"/>
        </pc:sldMkLst>
        <pc:spChg chg="mod">
          <ac:chgData name="Iker Joaquín" userId="acaffbe4a706a9d4" providerId="LiveId" clId="{D1DFD0CF-3B6A-4A93-9F8B-FF939B2F1C04}" dt="2026-01-02T15:02:34.929" v="44" actId="20577"/>
          <ac:spMkLst>
            <pc:docMk/>
            <pc:sldMk cId="2537118722" sldId="258"/>
            <ac:spMk id="2" creationId="{1454FF2D-3A28-FBCC-1375-4C76C367281A}"/>
          </ac:spMkLst>
        </pc:spChg>
      </pc:sldChg>
      <pc:sldChg chg="addSp delSp modSp add mod">
        <pc:chgData name="Iker Joaquín" userId="acaffbe4a706a9d4" providerId="LiveId" clId="{D1DFD0CF-3B6A-4A93-9F8B-FF939B2F1C04}" dt="2026-01-02T16:01:48.123" v="1180" actId="20577"/>
        <pc:sldMkLst>
          <pc:docMk/>
          <pc:sldMk cId="1428783815" sldId="259"/>
        </pc:sldMkLst>
        <pc:spChg chg="mod">
          <ac:chgData name="Iker Joaquín" userId="acaffbe4a706a9d4" providerId="LiveId" clId="{D1DFD0CF-3B6A-4A93-9F8B-FF939B2F1C04}" dt="2026-01-02T15:51:37.432" v="945" actId="26606"/>
          <ac:spMkLst>
            <pc:docMk/>
            <pc:sldMk cId="1428783815" sldId="259"/>
            <ac:spMk id="2" creationId="{84F26597-39C7-F7D6-4554-A75DC45B28BD}"/>
          </ac:spMkLst>
        </pc:spChg>
        <pc:spChg chg="add del mod">
          <ac:chgData name="Iker Joaquín" userId="acaffbe4a706a9d4" providerId="LiveId" clId="{D1DFD0CF-3B6A-4A93-9F8B-FF939B2F1C04}" dt="2026-01-02T16:01:48.123" v="1180" actId="20577"/>
          <ac:spMkLst>
            <pc:docMk/>
            <pc:sldMk cId="1428783815" sldId="259"/>
            <ac:spMk id="3" creationId="{904A46F4-5F3A-8047-7AD8-5EC66B448D1D}"/>
          </ac:spMkLst>
        </pc:spChg>
        <pc:spChg chg="del">
          <ac:chgData name="Iker Joaquín" userId="acaffbe4a706a9d4" providerId="LiveId" clId="{D1DFD0CF-3B6A-4A93-9F8B-FF939B2F1C04}" dt="2026-01-02T15:50:54.658" v="927" actId="26606"/>
          <ac:spMkLst>
            <pc:docMk/>
            <pc:sldMk cId="1428783815" sldId="259"/>
            <ac:spMk id="32" creationId="{4623E9C9-78BB-6FBF-BA33-14B1CAA6FE8E}"/>
          </ac:spMkLst>
        </pc:spChg>
        <pc:spChg chg="del">
          <ac:chgData name="Iker Joaquín" userId="acaffbe4a706a9d4" providerId="LiveId" clId="{D1DFD0CF-3B6A-4A93-9F8B-FF939B2F1C04}" dt="2026-01-02T15:50:54.658" v="927" actId="26606"/>
          <ac:spMkLst>
            <pc:docMk/>
            <pc:sldMk cId="1428783815" sldId="259"/>
            <ac:spMk id="33" creationId="{98E8229F-91E6-2786-C517-454E62CE061D}"/>
          </ac:spMkLst>
        </pc:spChg>
        <pc:spChg chg="add del">
          <ac:chgData name="Iker Joaquín" userId="acaffbe4a706a9d4" providerId="LiveId" clId="{D1DFD0CF-3B6A-4A93-9F8B-FF939B2F1C04}" dt="2026-01-02T15:51:37.432" v="945" actId="26606"/>
          <ac:spMkLst>
            <pc:docMk/>
            <pc:sldMk cId="1428783815" sldId="259"/>
            <ac:spMk id="38" creationId="{743AA782-23D1-4521-8CAD-47662984AA08}"/>
          </ac:spMkLst>
        </pc:spChg>
        <pc:spChg chg="add del">
          <ac:chgData name="Iker Joaquín" userId="acaffbe4a706a9d4" providerId="LiveId" clId="{D1DFD0CF-3B6A-4A93-9F8B-FF939B2F1C04}" dt="2026-01-02T15:51:37.432" v="945" actId="26606"/>
          <ac:spMkLst>
            <pc:docMk/>
            <pc:sldMk cId="1428783815" sldId="259"/>
            <ac:spMk id="40" creationId="{71877DBC-BB60-40F0-AC93-2ACDBAAE60CE}"/>
          </ac:spMkLst>
        </pc:spChg>
        <pc:spChg chg="add del">
          <ac:chgData name="Iker Joaquín" userId="acaffbe4a706a9d4" providerId="LiveId" clId="{D1DFD0CF-3B6A-4A93-9F8B-FF939B2F1C04}" dt="2026-01-02T15:51:37.432" v="945" actId="26606"/>
          <ac:spMkLst>
            <pc:docMk/>
            <pc:sldMk cId="1428783815" sldId="259"/>
            <ac:spMk id="46" creationId="{BACC6370-2D7E-4714-9D71-7542949D7D5D}"/>
          </ac:spMkLst>
        </pc:spChg>
        <pc:spChg chg="add del">
          <ac:chgData name="Iker Joaquín" userId="acaffbe4a706a9d4" providerId="LiveId" clId="{D1DFD0CF-3B6A-4A93-9F8B-FF939B2F1C04}" dt="2026-01-02T15:51:37.432" v="945" actId="26606"/>
          <ac:spMkLst>
            <pc:docMk/>
            <pc:sldMk cId="1428783815" sldId="259"/>
            <ac:spMk id="48" creationId="{F68B3F68-107C-434F-AA38-110D5EA91B85}"/>
          </ac:spMkLst>
        </pc:spChg>
        <pc:spChg chg="add del">
          <ac:chgData name="Iker Joaquín" userId="acaffbe4a706a9d4" providerId="LiveId" clId="{D1DFD0CF-3B6A-4A93-9F8B-FF939B2F1C04}" dt="2026-01-02T15:51:37.432" v="945" actId="26606"/>
          <ac:spMkLst>
            <pc:docMk/>
            <pc:sldMk cId="1428783815" sldId="259"/>
            <ac:spMk id="50" creationId="{AAD0DBB9-1A4B-4391-81D4-CB19F9AB918A}"/>
          </ac:spMkLst>
        </pc:spChg>
        <pc:spChg chg="add del">
          <ac:chgData name="Iker Joaquín" userId="acaffbe4a706a9d4" providerId="LiveId" clId="{D1DFD0CF-3B6A-4A93-9F8B-FF939B2F1C04}" dt="2026-01-02T15:51:37.432" v="945" actId="26606"/>
          <ac:spMkLst>
            <pc:docMk/>
            <pc:sldMk cId="1428783815" sldId="259"/>
            <ac:spMk id="52" creationId="{063BBA22-50EA-4C4D-BE05-F1CE4E63AA56}"/>
          </ac:spMkLst>
        </pc:spChg>
        <pc:graphicFrameChg chg="add del">
          <ac:chgData name="Iker Joaquín" userId="acaffbe4a706a9d4" providerId="LiveId" clId="{D1DFD0CF-3B6A-4A93-9F8B-FF939B2F1C04}" dt="2026-01-02T15:51:37.432" v="945" actId="26606"/>
          <ac:graphicFrameMkLst>
            <pc:docMk/>
            <pc:sldMk cId="1428783815" sldId="259"/>
            <ac:graphicFrameMk id="42" creationId="{FF2F0E07-5DDA-60DE-45EC-8BA75EDE7751}"/>
          </ac:graphicFrameMkLst>
        </pc:graphicFrameChg>
        <pc:picChg chg="del mod">
          <ac:chgData name="Iker Joaquín" userId="acaffbe4a706a9d4" providerId="LiveId" clId="{D1DFD0CF-3B6A-4A93-9F8B-FF939B2F1C04}" dt="2026-01-02T15:51:27.680" v="943" actId="478"/>
          <ac:picMkLst>
            <pc:docMk/>
            <pc:sldMk cId="1428783815" sldId="259"/>
            <ac:picMk id="5" creationId="{ACAF4CFA-5F04-FB94-7F34-BFBD23AEDBB0}"/>
          </ac:picMkLst>
        </pc:picChg>
        <pc:picChg chg="add mod">
          <ac:chgData name="Iker Joaquín" userId="acaffbe4a706a9d4" providerId="LiveId" clId="{D1DFD0CF-3B6A-4A93-9F8B-FF939B2F1C04}" dt="2026-01-02T15:59:57.411" v="950" actId="1076"/>
          <ac:picMkLst>
            <pc:docMk/>
            <pc:sldMk cId="1428783815" sldId="259"/>
            <ac:picMk id="6" creationId="{F6643991-A7AA-096C-F3C9-60637A085517}"/>
          </ac:picMkLst>
        </pc:picChg>
      </pc:sldChg>
      <pc:sldChg chg="addSp delSp modSp add mod setBg delDesignElem">
        <pc:chgData name="Iker Joaquín" userId="acaffbe4a706a9d4" providerId="LiveId" clId="{D1DFD0CF-3B6A-4A93-9F8B-FF939B2F1C04}" dt="2026-01-02T16:17:36.106" v="1808" actId="1076"/>
        <pc:sldMkLst>
          <pc:docMk/>
          <pc:sldMk cId="1693471688" sldId="260"/>
        </pc:sldMkLst>
        <pc:spChg chg="mod">
          <ac:chgData name="Iker Joaquín" userId="acaffbe4a706a9d4" providerId="LiveId" clId="{D1DFD0CF-3B6A-4A93-9F8B-FF939B2F1C04}" dt="2026-01-02T16:17:25.260" v="1805" actId="26606"/>
          <ac:spMkLst>
            <pc:docMk/>
            <pc:sldMk cId="1693471688" sldId="260"/>
            <ac:spMk id="2" creationId="{4244D783-E63C-0F9B-BE3D-8C8414FFF3B7}"/>
          </ac:spMkLst>
        </pc:spChg>
        <pc:spChg chg="mod">
          <ac:chgData name="Iker Joaquín" userId="acaffbe4a706a9d4" providerId="LiveId" clId="{D1DFD0CF-3B6A-4A93-9F8B-FF939B2F1C04}" dt="2026-01-02T16:17:25.260" v="1805" actId="26606"/>
          <ac:spMkLst>
            <pc:docMk/>
            <pc:sldMk cId="1693471688" sldId="260"/>
            <ac:spMk id="3" creationId="{ADEC5E53-9844-16DF-46F8-30A6E8DD1804}"/>
          </ac:spMkLst>
        </pc:spChg>
        <pc:spChg chg="add">
          <ac:chgData name="Iker Joaquín" userId="acaffbe4a706a9d4" providerId="LiveId" clId="{D1DFD0CF-3B6A-4A93-9F8B-FF939B2F1C04}" dt="2026-01-02T16:17:25.260" v="1805" actId="26606"/>
          <ac:spMkLst>
            <pc:docMk/>
            <pc:sldMk cId="1693471688" sldId="260"/>
            <ac:spMk id="13" creationId="{352BEC0E-22F8-46D0-9632-375DB541B06C}"/>
          </ac:spMkLst>
        </pc:spChg>
        <pc:spChg chg="add">
          <ac:chgData name="Iker Joaquín" userId="acaffbe4a706a9d4" providerId="LiveId" clId="{D1DFD0CF-3B6A-4A93-9F8B-FF939B2F1C04}" dt="2026-01-02T16:17:25.260" v="1805" actId="26606"/>
          <ac:spMkLst>
            <pc:docMk/>
            <pc:sldMk cId="1693471688" sldId="260"/>
            <ac:spMk id="15" creationId="{3FCFB1DE-0B7E-48CC-BA90-B2AB0889F9D6}"/>
          </ac:spMkLst>
        </pc:spChg>
        <pc:spChg chg="del">
          <ac:chgData name="Iker Joaquín" userId="acaffbe4a706a9d4" providerId="LiveId" clId="{D1DFD0CF-3B6A-4A93-9F8B-FF939B2F1C04}" dt="2026-01-02T16:03:15.862" v="1182"/>
          <ac:spMkLst>
            <pc:docMk/>
            <pc:sldMk cId="1693471688" sldId="260"/>
            <ac:spMk id="32" creationId="{CD8CBA0B-D44D-96D9-47C0-83E7CAA337EC}"/>
          </ac:spMkLst>
        </pc:spChg>
        <pc:spChg chg="del">
          <ac:chgData name="Iker Joaquín" userId="acaffbe4a706a9d4" providerId="LiveId" clId="{D1DFD0CF-3B6A-4A93-9F8B-FF939B2F1C04}" dt="2026-01-02T16:03:15.862" v="1182"/>
          <ac:spMkLst>
            <pc:docMk/>
            <pc:sldMk cId="1693471688" sldId="260"/>
            <ac:spMk id="33" creationId="{ED749DBA-461F-A0B6-67ED-0938EC06F70B}"/>
          </ac:spMkLst>
        </pc:spChg>
        <pc:picChg chg="del">
          <ac:chgData name="Iker Joaquín" userId="acaffbe4a706a9d4" providerId="LiveId" clId="{D1DFD0CF-3B6A-4A93-9F8B-FF939B2F1C04}" dt="2026-01-02T16:16:05.676" v="1769" actId="478"/>
          <ac:picMkLst>
            <pc:docMk/>
            <pc:sldMk cId="1693471688" sldId="260"/>
            <ac:picMk id="5" creationId="{FED166B1-1257-48CF-0C74-7CDF34CAB3FA}"/>
          </ac:picMkLst>
        </pc:picChg>
        <pc:picChg chg="add mod">
          <ac:chgData name="Iker Joaquín" userId="acaffbe4a706a9d4" providerId="LiveId" clId="{D1DFD0CF-3B6A-4A93-9F8B-FF939B2F1C04}" dt="2026-01-02T16:17:25.260" v="1805" actId="26606"/>
          <ac:picMkLst>
            <pc:docMk/>
            <pc:sldMk cId="1693471688" sldId="260"/>
            <ac:picMk id="6" creationId="{5AF782F3-3471-5D94-42D3-EB82D0872B8A}"/>
          </ac:picMkLst>
        </pc:picChg>
        <pc:picChg chg="add mod">
          <ac:chgData name="Iker Joaquín" userId="acaffbe4a706a9d4" providerId="LiveId" clId="{D1DFD0CF-3B6A-4A93-9F8B-FF939B2F1C04}" dt="2026-01-02T16:17:36.106" v="1808" actId="1076"/>
          <ac:picMkLst>
            <pc:docMk/>
            <pc:sldMk cId="1693471688" sldId="260"/>
            <ac:picMk id="8" creationId="{C08C081E-6687-7FC9-07B6-5A19C24E4E5A}"/>
          </ac:picMkLst>
        </pc:picChg>
      </pc:sldChg>
      <pc:sldChg chg="addSp delSp modSp add mod setBg delDesignElem">
        <pc:chgData name="Iker Joaquín" userId="acaffbe4a706a9d4" providerId="LiveId" clId="{D1DFD0CF-3B6A-4A93-9F8B-FF939B2F1C04}" dt="2026-01-02T16:32:26.172" v="1831" actId="1076"/>
        <pc:sldMkLst>
          <pc:docMk/>
          <pc:sldMk cId="421348256" sldId="261"/>
        </pc:sldMkLst>
        <pc:spChg chg="mod">
          <ac:chgData name="Iker Joaquín" userId="acaffbe4a706a9d4" providerId="LiveId" clId="{D1DFD0CF-3B6A-4A93-9F8B-FF939B2F1C04}" dt="2026-01-02T16:32:06.440" v="1819" actId="26606"/>
          <ac:spMkLst>
            <pc:docMk/>
            <pc:sldMk cId="421348256" sldId="261"/>
            <ac:spMk id="2" creationId="{68735FA2-12C4-F31F-0C81-B341109AEFAC}"/>
          </ac:spMkLst>
        </pc:spChg>
        <pc:spChg chg="mod">
          <ac:chgData name="Iker Joaquín" userId="acaffbe4a706a9d4" providerId="LiveId" clId="{D1DFD0CF-3B6A-4A93-9F8B-FF939B2F1C04}" dt="2026-01-02T16:32:17.339" v="1827" actId="27636"/>
          <ac:spMkLst>
            <pc:docMk/>
            <pc:sldMk cId="421348256" sldId="261"/>
            <ac:spMk id="3" creationId="{98E6E1CF-5DBB-B309-6D09-BE14D4EBA029}"/>
          </ac:spMkLst>
        </pc:spChg>
        <pc:spChg chg="add">
          <ac:chgData name="Iker Joaquín" userId="acaffbe4a706a9d4" providerId="LiveId" clId="{D1DFD0CF-3B6A-4A93-9F8B-FF939B2F1C04}" dt="2026-01-02T16:32:06.440" v="1819" actId="26606"/>
          <ac:spMkLst>
            <pc:docMk/>
            <pc:sldMk cId="421348256" sldId="261"/>
            <ac:spMk id="10" creationId="{743AA782-23D1-4521-8CAD-47662984AA08}"/>
          </ac:spMkLst>
        </pc:spChg>
        <pc:spChg chg="add">
          <ac:chgData name="Iker Joaquín" userId="acaffbe4a706a9d4" providerId="LiveId" clId="{D1DFD0CF-3B6A-4A93-9F8B-FF939B2F1C04}" dt="2026-01-02T16:32:06.440" v="1819" actId="26606"/>
          <ac:spMkLst>
            <pc:docMk/>
            <pc:sldMk cId="421348256" sldId="261"/>
            <ac:spMk id="12" creationId="{71877DBC-BB60-40F0-AC93-2ACDBAAE60CE}"/>
          </ac:spMkLst>
        </pc:spChg>
        <pc:spChg chg="del">
          <ac:chgData name="Iker Joaquín" userId="acaffbe4a706a9d4" providerId="LiveId" clId="{D1DFD0CF-3B6A-4A93-9F8B-FF939B2F1C04}" dt="2026-01-02T16:03:20.895" v="1184"/>
          <ac:spMkLst>
            <pc:docMk/>
            <pc:sldMk cId="421348256" sldId="261"/>
            <ac:spMk id="38" creationId="{0DF7555C-B374-7C71-8CF4-9DCC050FA492}"/>
          </ac:spMkLst>
        </pc:spChg>
        <pc:spChg chg="del">
          <ac:chgData name="Iker Joaquín" userId="acaffbe4a706a9d4" providerId="LiveId" clId="{D1DFD0CF-3B6A-4A93-9F8B-FF939B2F1C04}" dt="2026-01-02T16:03:20.895" v="1184"/>
          <ac:spMkLst>
            <pc:docMk/>
            <pc:sldMk cId="421348256" sldId="261"/>
            <ac:spMk id="40" creationId="{F85FAB04-3CB1-C598-BA0D-4DC35372D05F}"/>
          </ac:spMkLst>
        </pc:spChg>
        <pc:picChg chg="add mod">
          <ac:chgData name="Iker Joaquín" userId="acaffbe4a706a9d4" providerId="LiveId" clId="{D1DFD0CF-3B6A-4A93-9F8B-FF939B2F1C04}" dt="2026-01-02T16:32:26.172" v="1831" actId="1076"/>
          <ac:picMkLst>
            <pc:docMk/>
            <pc:sldMk cId="421348256" sldId="261"/>
            <ac:picMk id="5" creationId="{11284E59-AD43-F674-F05D-545433E2CCA9}"/>
          </ac:picMkLst>
        </pc:picChg>
        <pc:picChg chg="del">
          <ac:chgData name="Iker Joaquín" userId="acaffbe4a706a9d4" providerId="LiveId" clId="{D1DFD0CF-3B6A-4A93-9F8B-FF939B2F1C04}" dt="2026-01-02T16:17:44.432" v="1809" actId="478"/>
          <ac:picMkLst>
            <pc:docMk/>
            <pc:sldMk cId="421348256" sldId="261"/>
            <ac:picMk id="6" creationId="{4B35EA53-1302-E6A2-6B2E-2087A5FA599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1B7745-5391-477F-8AE8-1136866A9302}" type="datetimeFigureOut">
              <a:rPr lang="es-ES" smtClean="0"/>
              <a:t>02/01/2026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806F1A-BC72-4B4D-B94E-9BE432BE5415}" type="slidenum">
              <a:rPr lang="es-ES" smtClean="0"/>
              <a:t>‹Nº›</a:t>
            </a:fld>
            <a:endParaRPr lang="es-ES"/>
          </a:p>
        </p:txBody>
      </p:sp>
    </p:spTree>
    <p:extLst>
      <p:ext uri="{BB962C8B-B14F-4D97-AF65-F5344CB8AC3E}">
        <p14:creationId xmlns:p14="http://schemas.microsoft.com/office/powerpoint/2010/main" val="298168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44806F1A-BC72-4B4D-B94E-9BE432BE5415}" type="slidenum">
              <a:rPr lang="es-ES" smtClean="0"/>
              <a:t>2</a:t>
            </a:fld>
            <a:endParaRPr lang="es-ES"/>
          </a:p>
        </p:txBody>
      </p:sp>
    </p:spTree>
    <p:extLst>
      <p:ext uri="{BB962C8B-B14F-4D97-AF65-F5344CB8AC3E}">
        <p14:creationId xmlns:p14="http://schemas.microsoft.com/office/powerpoint/2010/main" val="12235146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58884A-129E-E413-9151-1898218700F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9BFA8586-5311-EF25-549D-B52DF540044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EBDEAA08-6099-36D2-AA92-D70F09713B05}"/>
              </a:ext>
            </a:extLst>
          </p:cNvPr>
          <p:cNvSpPr>
            <a:spLocks noGrp="1"/>
          </p:cNvSpPr>
          <p:nvPr>
            <p:ph type="dt" sz="half" idx="10"/>
          </p:nvPr>
        </p:nvSpPr>
        <p:spPr/>
        <p:txBody>
          <a:bodyPr/>
          <a:lstStyle/>
          <a:p>
            <a:fld id="{6A3C2F7B-537C-4500-BF1F-DDEBE70AF5A2}" type="datetimeFigureOut">
              <a:rPr lang="es-ES" smtClean="0"/>
              <a:t>02/01/2026</a:t>
            </a:fld>
            <a:endParaRPr lang="es-ES"/>
          </a:p>
        </p:txBody>
      </p:sp>
      <p:sp>
        <p:nvSpPr>
          <p:cNvPr id="5" name="Marcador de pie de página 4">
            <a:extLst>
              <a:ext uri="{FF2B5EF4-FFF2-40B4-BE49-F238E27FC236}">
                <a16:creationId xmlns:a16="http://schemas.microsoft.com/office/drawing/2014/main" id="{49A69206-E322-609D-D071-E9BE096BFD60}"/>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BC039E0-1B04-D43A-5428-1239820F13F8}"/>
              </a:ext>
            </a:extLst>
          </p:cNvPr>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14394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53249B-D729-7469-0BB4-5F333BDEC4F1}"/>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AD093D12-A109-B69C-D1AD-85D726B049F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F0F18BB-AD0F-D7DB-7592-2511EA916072}"/>
              </a:ext>
            </a:extLst>
          </p:cNvPr>
          <p:cNvSpPr>
            <a:spLocks noGrp="1"/>
          </p:cNvSpPr>
          <p:nvPr>
            <p:ph type="dt" sz="half" idx="10"/>
          </p:nvPr>
        </p:nvSpPr>
        <p:spPr/>
        <p:txBody>
          <a:bodyPr/>
          <a:lstStyle/>
          <a:p>
            <a:fld id="{6A3C2F7B-537C-4500-BF1F-DDEBE70AF5A2}" type="datetimeFigureOut">
              <a:rPr lang="es-ES" smtClean="0"/>
              <a:t>02/01/2026</a:t>
            </a:fld>
            <a:endParaRPr lang="es-ES"/>
          </a:p>
        </p:txBody>
      </p:sp>
      <p:sp>
        <p:nvSpPr>
          <p:cNvPr id="5" name="Marcador de pie de página 4">
            <a:extLst>
              <a:ext uri="{FF2B5EF4-FFF2-40B4-BE49-F238E27FC236}">
                <a16:creationId xmlns:a16="http://schemas.microsoft.com/office/drawing/2014/main" id="{EECEE20F-E4AB-0922-C642-A9482F758FE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DC8FCC1-D3CD-BB0D-6C54-5FDAC511200C}"/>
              </a:ext>
            </a:extLst>
          </p:cNvPr>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8474135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84DFC01-1D70-86A2-9CE3-E7B8F76A6F68}"/>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2145B2CD-ECDE-5381-406F-D8D7C4911E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7D6267C-EDB4-8316-9279-69900B60812C}"/>
              </a:ext>
            </a:extLst>
          </p:cNvPr>
          <p:cNvSpPr>
            <a:spLocks noGrp="1"/>
          </p:cNvSpPr>
          <p:nvPr>
            <p:ph type="dt" sz="half" idx="10"/>
          </p:nvPr>
        </p:nvSpPr>
        <p:spPr/>
        <p:txBody>
          <a:bodyPr/>
          <a:lstStyle/>
          <a:p>
            <a:fld id="{6A3C2F7B-537C-4500-BF1F-DDEBE70AF5A2}" type="datetimeFigureOut">
              <a:rPr lang="es-ES" smtClean="0"/>
              <a:t>02/01/2026</a:t>
            </a:fld>
            <a:endParaRPr lang="es-ES"/>
          </a:p>
        </p:txBody>
      </p:sp>
      <p:sp>
        <p:nvSpPr>
          <p:cNvPr id="5" name="Marcador de pie de página 4">
            <a:extLst>
              <a:ext uri="{FF2B5EF4-FFF2-40B4-BE49-F238E27FC236}">
                <a16:creationId xmlns:a16="http://schemas.microsoft.com/office/drawing/2014/main" id="{768BAE15-A5A5-3D28-0975-D5892922168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FF59F0B-3256-6683-1F8A-61D9E8D719C4}"/>
              </a:ext>
            </a:extLst>
          </p:cNvPr>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24098872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3AA756-10AC-B102-4411-380F1DBA8902}"/>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D0EDA96-69DB-02FB-FFC9-11867AE18A93}"/>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FC42B510-22F1-EFB9-705A-1524BBD1CB6C}"/>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7182385B-E690-7264-21A6-8B550ED69885}"/>
              </a:ext>
            </a:extLst>
          </p:cNvPr>
          <p:cNvSpPr>
            <a:spLocks noGrp="1"/>
          </p:cNvSpPr>
          <p:nvPr>
            <p:ph type="dt" sz="half" idx="10"/>
          </p:nvPr>
        </p:nvSpPr>
        <p:spPr/>
        <p:txBody>
          <a:bodyPr/>
          <a:lstStyle/>
          <a:p>
            <a:fld id="{6A3C2F7B-537C-4500-BF1F-DDEBE70AF5A2}" type="datetimeFigureOut">
              <a:rPr lang="es-ES" smtClean="0"/>
              <a:t>02/01/2026</a:t>
            </a:fld>
            <a:endParaRPr lang="es-ES"/>
          </a:p>
        </p:txBody>
      </p:sp>
      <p:sp>
        <p:nvSpPr>
          <p:cNvPr id="6" name="Marcador de pie de página 5">
            <a:extLst>
              <a:ext uri="{FF2B5EF4-FFF2-40B4-BE49-F238E27FC236}">
                <a16:creationId xmlns:a16="http://schemas.microsoft.com/office/drawing/2014/main" id="{A305F878-29DD-8B4B-8428-A7FDE877DBC2}"/>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5BBCCBBB-390C-83A4-6C4E-FD20F729536D}"/>
              </a:ext>
            </a:extLst>
          </p:cNvPr>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3944578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96EFCA-5A49-89A3-EFAC-2437BA398C48}"/>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0FE3021D-1B40-89DD-4CAE-23E5E20B287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12475AB4-738D-0108-D4B4-D629907614ED}"/>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2635C921-D683-01F3-7EDC-9E4D85EA1B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EA941ECC-EF26-1EE5-BBF7-0C2B6BC50E15}"/>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E44B7BF7-1229-B7E6-B5B0-CA50DB672DF0}"/>
              </a:ext>
            </a:extLst>
          </p:cNvPr>
          <p:cNvSpPr>
            <a:spLocks noGrp="1"/>
          </p:cNvSpPr>
          <p:nvPr>
            <p:ph type="dt" sz="half" idx="10"/>
          </p:nvPr>
        </p:nvSpPr>
        <p:spPr/>
        <p:txBody>
          <a:bodyPr/>
          <a:lstStyle/>
          <a:p>
            <a:fld id="{6A3C2F7B-537C-4500-BF1F-DDEBE70AF5A2}" type="datetimeFigureOut">
              <a:rPr lang="es-ES" smtClean="0"/>
              <a:t>02/01/2026</a:t>
            </a:fld>
            <a:endParaRPr lang="es-ES"/>
          </a:p>
        </p:txBody>
      </p:sp>
      <p:sp>
        <p:nvSpPr>
          <p:cNvPr id="8" name="Marcador de pie de página 7">
            <a:extLst>
              <a:ext uri="{FF2B5EF4-FFF2-40B4-BE49-F238E27FC236}">
                <a16:creationId xmlns:a16="http://schemas.microsoft.com/office/drawing/2014/main" id="{B4CC0970-48A0-B448-CB5A-128FB523AC16}"/>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C6935A7C-8CBA-BE46-F64A-BB1A48D66726}"/>
              </a:ext>
            </a:extLst>
          </p:cNvPr>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29183477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2663C6-720F-FBAF-CF54-92EEA73BFF9C}"/>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5D3BD2B3-0B82-2D02-F06D-5B88C1768D41}"/>
              </a:ext>
            </a:extLst>
          </p:cNvPr>
          <p:cNvSpPr>
            <a:spLocks noGrp="1"/>
          </p:cNvSpPr>
          <p:nvPr>
            <p:ph type="dt" sz="half" idx="10"/>
          </p:nvPr>
        </p:nvSpPr>
        <p:spPr/>
        <p:txBody>
          <a:bodyPr/>
          <a:lstStyle/>
          <a:p>
            <a:fld id="{6A3C2F7B-537C-4500-BF1F-DDEBE70AF5A2}" type="datetimeFigureOut">
              <a:rPr lang="es-ES" smtClean="0"/>
              <a:t>02/01/2026</a:t>
            </a:fld>
            <a:endParaRPr lang="es-ES"/>
          </a:p>
        </p:txBody>
      </p:sp>
      <p:sp>
        <p:nvSpPr>
          <p:cNvPr id="4" name="Marcador de pie de página 3">
            <a:extLst>
              <a:ext uri="{FF2B5EF4-FFF2-40B4-BE49-F238E27FC236}">
                <a16:creationId xmlns:a16="http://schemas.microsoft.com/office/drawing/2014/main" id="{4D812C27-FD6E-0ADC-3667-7FFE595AFFA0}"/>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7574FBFB-806A-E731-F5EC-A2A0DCF6797C}"/>
              </a:ext>
            </a:extLst>
          </p:cNvPr>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8893791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B3218DB-3BA0-2017-071A-2000C565BFEC}"/>
              </a:ext>
            </a:extLst>
          </p:cNvPr>
          <p:cNvSpPr>
            <a:spLocks noGrp="1"/>
          </p:cNvSpPr>
          <p:nvPr>
            <p:ph type="dt" sz="half" idx="10"/>
          </p:nvPr>
        </p:nvSpPr>
        <p:spPr/>
        <p:txBody>
          <a:bodyPr/>
          <a:lstStyle/>
          <a:p>
            <a:fld id="{6A3C2F7B-537C-4500-BF1F-DDEBE70AF5A2}" type="datetimeFigureOut">
              <a:rPr lang="es-ES" smtClean="0"/>
              <a:t>02/01/2026</a:t>
            </a:fld>
            <a:endParaRPr lang="es-ES"/>
          </a:p>
        </p:txBody>
      </p:sp>
      <p:sp>
        <p:nvSpPr>
          <p:cNvPr id="3" name="Marcador de pie de página 2">
            <a:extLst>
              <a:ext uri="{FF2B5EF4-FFF2-40B4-BE49-F238E27FC236}">
                <a16:creationId xmlns:a16="http://schemas.microsoft.com/office/drawing/2014/main" id="{E6693F5E-9F48-A2A5-BF7D-E2193F15BCAA}"/>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92F975DA-DD66-6E59-4399-C12C703AC295}"/>
              </a:ext>
            </a:extLst>
          </p:cNvPr>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9462465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29FB-A83F-97F4-EE3F-250E9B962F8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C54B72D4-0215-9989-64C5-FA5B28611F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9AD841C0-D440-8562-F22E-260BEA1FB8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452EB7F-F270-6A4F-37FB-B027AD1A6543}"/>
              </a:ext>
            </a:extLst>
          </p:cNvPr>
          <p:cNvSpPr>
            <a:spLocks noGrp="1"/>
          </p:cNvSpPr>
          <p:nvPr>
            <p:ph type="dt" sz="half" idx="10"/>
          </p:nvPr>
        </p:nvSpPr>
        <p:spPr/>
        <p:txBody>
          <a:bodyPr/>
          <a:lstStyle/>
          <a:p>
            <a:fld id="{6A3C2F7B-537C-4500-BF1F-DDEBE70AF5A2}" type="datetimeFigureOut">
              <a:rPr lang="es-ES" smtClean="0"/>
              <a:t>02/01/2026</a:t>
            </a:fld>
            <a:endParaRPr lang="es-ES"/>
          </a:p>
        </p:txBody>
      </p:sp>
      <p:sp>
        <p:nvSpPr>
          <p:cNvPr id="6" name="Marcador de pie de página 5">
            <a:extLst>
              <a:ext uri="{FF2B5EF4-FFF2-40B4-BE49-F238E27FC236}">
                <a16:creationId xmlns:a16="http://schemas.microsoft.com/office/drawing/2014/main" id="{6125A218-5C26-5421-DA69-A00C2687A349}"/>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16373DD1-DDEB-A4B5-A385-2CBD6791B5A8}"/>
              </a:ext>
            </a:extLst>
          </p:cNvPr>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1924657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6F18B5-70C2-F75B-7509-159B84DC7F81}"/>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466AB8F0-77FB-C7F5-4D68-2143774460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D0085761-476D-DBA6-8ACE-8A9F5896F4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32C5C16-DDC2-452D-289A-1717A2A49A39}"/>
              </a:ext>
            </a:extLst>
          </p:cNvPr>
          <p:cNvSpPr>
            <a:spLocks noGrp="1"/>
          </p:cNvSpPr>
          <p:nvPr>
            <p:ph type="dt" sz="half" idx="10"/>
          </p:nvPr>
        </p:nvSpPr>
        <p:spPr/>
        <p:txBody>
          <a:bodyPr/>
          <a:lstStyle/>
          <a:p>
            <a:fld id="{6A3C2F7B-537C-4500-BF1F-DDEBE70AF5A2}" type="datetimeFigureOut">
              <a:rPr lang="es-ES" smtClean="0"/>
              <a:t>02/01/2026</a:t>
            </a:fld>
            <a:endParaRPr lang="es-ES"/>
          </a:p>
        </p:txBody>
      </p:sp>
      <p:sp>
        <p:nvSpPr>
          <p:cNvPr id="6" name="Marcador de pie de página 5">
            <a:extLst>
              <a:ext uri="{FF2B5EF4-FFF2-40B4-BE49-F238E27FC236}">
                <a16:creationId xmlns:a16="http://schemas.microsoft.com/office/drawing/2014/main" id="{4B0CFB15-63BE-00BB-3F14-08DD247AD9D1}"/>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1FC91375-9C3B-4DCF-1EC8-4F103F2D7F57}"/>
              </a:ext>
            </a:extLst>
          </p:cNvPr>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52749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82068F-DD29-8020-C443-2B8677CAE751}"/>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2621F251-9AEF-A5B9-3EAD-23A0BF84F718}"/>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274E578-CEB3-C00E-D4EF-62B0D2C01A6B}"/>
              </a:ext>
            </a:extLst>
          </p:cNvPr>
          <p:cNvSpPr>
            <a:spLocks noGrp="1"/>
          </p:cNvSpPr>
          <p:nvPr>
            <p:ph type="dt" sz="half" idx="10"/>
          </p:nvPr>
        </p:nvSpPr>
        <p:spPr/>
        <p:txBody>
          <a:bodyPr/>
          <a:lstStyle/>
          <a:p>
            <a:fld id="{6A3C2F7B-537C-4500-BF1F-DDEBE70AF5A2}" type="datetimeFigureOut">
              <a:rPr lang="es-ES" smtClean="0"/>
              <a:t>02/01/2026</a:t>
            </a:fld>
            <a:endParaRPr lang="es-ES"/>
          </a:p>
        </p:txBody>
      </p:sp>
      <p:sp>
        <p:nvSpPr>
          <p:cNvPr id="5" name="Marcador de pie de página 4">
            <a:extLst>
              <a:ext uri="{FF2B5EF4-FFF2-40B4-BE49-F238E27FC236}">
                <a16:creationId xmlns:a16="http://schemas.microsoft.com/office/drawing/2014/main" id="{152E8D4F-9760-21F0-19D3-6A7BBBBFB7F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2EE1C63-5231-6836-9165-BB5DC0DC1A1B}"/>
              </a:ext>
            </a:extLst>
          </p:cNvPr>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4236136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988D07E-D1D4-3C2B-3334-5446BADEBD6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9016FE8A-0D12-D17D-7696-33F3BB88F601}"/>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531A7349-7C53-7C46-A0B4-9ACFD1BFFC5C}"/>
              </a:ext>
            </a:extLst>
          </p:cNvPr>
          <p:cNvSpPr>
            <a:spLocks noGrp="1"/>
          </p:cNvSpPr>
          <p:nvPr>
            <p:ph type="dt" sz="half" idx="10"/>
          </p:nvPr>
        </p:nvSpPr>
        <p:spPr/>
        <p:txBody>
          <a:bodyPr/>
          <a:lstStyle/>
          <a:p>
            <a:fld id="{6A3C2F7B-537C-4500-BF1F-DDEBE70AF5A2}" type="datetimeFigureOut">
              <a:rPr lang="es-ES" smtClean="0"/>
              <a:t>02/01/2026</a:t>
            </a:fld>
            <a:endParaRPr lang="es-ES"/>
          </a:p>
        </p:txBody>
      </p:sp>
      <p:sp>
        <p:nvSpPr>
          <p:cNvPr id="5" name="Marcador de pie de página 4">
            <a:extLst>
              <a:ext uri="{FF2B5EF4-FFF2-40B4-BE49-F238E27FC236}">
                <a16:creationId xmlns:a16="http://schemas.microsoft.com/office/drawing/2014/main" id="{21EEEA78-0A2A-E37B-7E6A-5BD51A54D3C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AA8C8C2-5919-7BFE-8CC7-3E8D9653B7B4}"/>
              </a:ext>
            </a:extLst>
          </p:cNvPr>
          <p:cNvSpPr>
            <a:spLocks noGrp="1"/>
          </p:cNvSpPr>
          <p:nvPr>
            <p:ph type="sldNum" sz="quarter" idx="12"/>
          </p:nvPr>
        </p:nvSpPr>
        <p:spPr/>
        <p:txBody>
          <a:bodyPr/>
          <a:lstStyle/>
          <a:p>
            <a:fld id="{5CDF74C9-6FB5-4621-B7DC-E9E2DB2ABB0E}" type="slidenum">
              <a:rPr lang="es-ES" smtClean="0"/>
              <a:t>‹Nº›</a:t>
            </a:fld>
            <a:endParaRPr lang="es-ES"/>
          </a:p>
        </p:txBody>
      </p:sp>
    </p:spTree>
    <p:extLst>
      <p:ext uri="{BB962C8B-B14F-4D97-AF65-F5344CB8AC3E}">
        <p14:creationId xmlns:p14="http://schemas.microsoft.com/office/powerpoint/2010/main" val="3997948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B9D01C1E-A1E5-8A7C-294C-6D96EA216B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F92ED664-00EC-2D31-5912-D247DE5320F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B5448CFD-8A27-278D-EAD6-DB442C0359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A3C2F7B-537C-4500-BF1F-DDEBE70AF5A2}" type="datetimeFigureOut">
              <a:rPr lang="es-ES" smtClean="0"/>
              <a:t>02/01/2026</a:t>
            </a:fld>
            <a:endParaRPr lang="es-ES"/>
          </a:p>
        </p:txBody>
      </p:sp>
      <p:sp>
        <p:nvSpPr>
          <p:cNvPr id="5" name="Marcador de pie de página 4">
            <a:extLst>
              <a:ext uri="{FF2B5EF4-FFF2-40B4-BE49-F238E27FC236}">
                <a16:creationId xmlns:a16="http://schemas.microsoft.com/office/drawing/2014/main" id="{0D652782-957B-9DC8-17CC-DF2FAE48303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CAD505CB-3D18-4D2A-82C7-12C1410449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DF74C9-6FB5-4621-B7DC-E9E2DB2ABB0E}" type="slidenum">
              <a:rPr lang="es-ES" smtClean="0"/>
              <a:t>‹Nº›</a:t>
            </a:fld>
            <a:endParaRPr lang="es-ES"/>
          </a:p>
        </p:txBody>
      </p:sp>
    </p:spTree>
    <p:extLst>
      <p:ext uri="{BB962C8B-B14F-4D97-AF65-F5344CB8AC3E}">
        <p14:creationId xmlns:p14="http://schemas.microsoft.com/office/powerpoint/2010/main" val="27671198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8CE816-90D2-220C-579B-2E51084401C6}"/>
              </a:ext>
            </a:extLst>
          </p:cNvPr>
          <p:cNvSpPr>
            <a:spLocks noGrp="1"/>
          </p:cNvSpPr>
          <p:nvPr>
            <p:ph type="ctrTitle"/>
          </p:nvPr>
        </p:nvSpPr>
        <p:spPr/>
        <p:txBody>
          <a:bodyPr/>
          <a:lstStyle/>
          <a:p>
            <a:endParaRPr lang="es-ES"/>
          </a:p>
        </p:txBody>
      </p:sp>
      <p:sp>
        <p:nvSpPr>
          <p:cNvPr id="3" name="Subtítulo 2">
            <a:extLst>
              <a:ext uri="{FF2B5EF4-FFF2-40B4-BE49-F238E27FC236}">
                <a16:creationId xmlns:a16="http://schemas.microsoft.com/office/drawing/2014/main" id="{E1B75CE3-D0D0-D9DA-4B45-6DDADDB1D0E0}"/>
              </a:ext>
            </a:extLst>
          </p:cNvPr>
          <p:cNvSpPr>
            <a:spLocks noGrp="1"/>
          </p:cNvSpPr>
          <p:nvPr>
            <p:ph type="subTitle" idx="1"/>
          </p:nvPr>
        </p:nvSpPr>
        <p:spPr/>
        <p:txBody>
          <a:bodyPr/>
          <a:lstStyle/>
          <a:p>
            <a:endParaRPr lang="es-ES"/>
          </a:p>
        </p:txBody>
      </p:sp>
    </p:spTree>
    <p:extLst>
      <p:ext uri="{BB962C8B-B14F-4D97-AF65-F5344CB8AC3E}">
        <p14:creationId xmlns:p14="http://schemas.microsoft.com/office/powerpoint/2010/main" val="527988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21B85E-EBD2-1B74-80F4-65FA52FCDA3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244D783-E63C-0F9B-BE3D-8C8414FFF3B7}"/>
              </a:ext>
            </a:extLst>
          </p:cNvPr>
          <p:cNvSpPr>
            <a:spLocks noGrp="1"/>
          </p:cNvSpPr>
          <p:nvPr>
            <p:ph type="title"/>
          </p:nvPr>
        </p:nvSpPr>
        <p:spPr>
          <a:xfrm>
            <a:off x="640080" y="329184"/>
            <a:ext cx="6894576" cy="1783080"/>
          </a:xfrm>
        </p:spPr>
        <p:txBody>
          <a:bodyPr anchor="b">
            <a:normAutofit/>
          </a:bodyPr>
          <a:lstStyle/>
          <a:p>
            <a:r>
              <a:rPr lang="es-ES" sz="5400"/>
              <a:t>AVALABILITY PROBLEM: ISSUE</a:t>
            </a:r>
          </a:p>
        </p:txBody>
      </p:sp>
      <p:sp>
        <p:nvSpPr>
          <p:cNvPr id="15"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ADEC5E53-9844-16DF-46F8-30A6E8DD1804}"/>
              </a:ext>
            </a:extLst>
          </p:cNvPr>
          <p:cNvSpPr>
            <a:spLocks noGrp="1"/>
          </p:cNvSpPr>
          <p:nvPr>
            <p:ph idx="1"/>
          </p:nvPr>
        </p:nvSpPr>
        <p:spPr>
          <a:xfrm>
            <a:off x="640080" y="2706624"/>
            <a:ext cx="6894576" cy="3483864"/>
          </a:xfrm>
        </p:spPr>
        <p:txBody>
          <a:bodyPr>
            <a:normAutofit/>
          </a:bodyPr>
          <a:lstStyle/>
          <a:p>
            <a:r>
              <a:rPr lang="en-GB" sz="2000" dirty="0"/>
              <a:t>After having the exams corrected, the teacher uploads the grading marks to the system, and within 15 minutes, the systems must make it available to check for the student. When this does not happen, there is an issue.</a:t>
            </a:r>
            <a:endParaRPr lang="en-GB" sz="2000" noProof="0" dirty="0"/>
          </a:p>
          <a:p>
            <a:r>
              <a:rPr lang="en-GB" sz="2000" noProof="0" dirty="0"/>
              <a:t>Involved Users: Student, Teacher</a:t>
            </a:r>
          </a:p>
          <a:p>
            <a:r>
              <a:rPr lang="es-ES" sz="2000"/>
              <a:t>Afected</a:t>
            </a:r>
            <a:r>
              <a:rPr lang="es-ES" sz="2000" dirty="0"/>
              <a:t> </a:t>
            </a:r>
            <a:r>
              <a:rPr lang="es-ES" sz="2000"/>
              <a:t>System</a:t>
            </a:r>
            <a:r>
              <a:rPr lang="es-ES" sz="2000" dirty="0"/>
              <a:t> </a:t>
            </a:r>
            <a:r>
              <a:rPr lang="es-ES" sz="2000"/>
              <a:t>Parts</a:t>
            </a:r>
            <a:r>
              <a:rPr lang="es-ES" sz="2000" dirty="0"/>
              <a:t>: In </a:t>
            </a:r>
            <a:r>
              <a:rPr lang="es-ES" sz="2000"/>
              <a:t>Backend</a:t>
            </a:r>
            <a:r>
              <a:rPr lang="es-ES" sz="2000" dirty="0"/>
              <a:t> API:</a:t>
            </a:r>
            <a:endParaRPr lang="es-ES" sz="2000"/>
          </a:p>
          <a:p>
            <a:pPr lvl="1"/>
            <a:r>
              <a:rPr lang="es-ES" sz="2000"/>
              <a:t>Grading Management Container, Persistent Adapter, Result Viewing, Notification Adapter</a:t>
            </a:r>
          </a:p>
          <a:p>
            <a:pPr marL="0" indent="0">
              <a:buNone/>
            </a:pPr>
            <a:r>
              <a:rPr lang="es-ES" sz="2000" dirty="0"/>
              <a:t>    In Web </a:t>
            </a:r>
            <a:r>
              <a:rPr lang="es-ES" sz="2000"/>
              <a:t>Application</a:t>
            </a:r>
            <a:r>
              <a:rPr lang="es-ES" sz="2000" dirty="0"/>
              <a:t>:</a:t>
            </a:r>
          </a:p>
          <a:p>
            <a:pPr lvl="1"/>
            <a:r>
              <a:rPr lang="es-ES" sz="2000"/>
              <a:t>Results View</a:t>
            </a:r>
          </a:p>
        </p:txBody>
      </p:sp>
      <p:pic>
        <p:nvPicPr>
          <p:cNvPr id="6" name="Imagen 5" descr="Diagrama&#10;&#10;El contenido generado por IA puede ser incorrecto.">
            <a:extLst>
              <a:ext uri="{FF2B5EF4-FFF2-40B4-BE49-F238E27FC236}">
                <a16:creationId xmlns:a16="http://schemas.microsoft.com/office/drawing/2014/main" id="{5AF782F3-3471-5D94-42D3-EB82D0872B8A}"/>
              </a:ext>
            </a:extLst>
          </p:cNvPr>
          <p:cNvPicPr>
            <a:picLocks noChangeAspect="1"/>
          </p:cNvPicPr>
          <p:nvPr/>
        </p:nvPicPr>
        <p:blipFill>
          <a:blip r:embed="rId3"/>
          <a:stretch>
            <a:fillRect/>
          </a:stretch>
        </p:blipFill>
        <p:spPr>
          <a:xfrm>
            <a:off x="8151665" y="329183"/>
            <a:ext cx="3438565" cy="3429969"/>
          </a:xfrm>
          <a:prstGeom prst="rect">
            <a:avLst/>
          </a:prstGeom>
        </p:spPr>
      </p:pic>
      <p:pic>
        <p:nvPicPr>
          <p:cNvPr id="8" name="Imagen 7" descr="Diagrama&#10;&#10;El contenido generado por IA puede ser incorrecto.">
            <a:extLst>
              <a:ext uri="{FF2B5EF4-FFF2-40B4-BE49-F238E27FC236}">
                <a16:creationId xmlns:a16="http://schemas.microsoft.com/office/drawing/2014/main" id="{C08C081E-6687-7FC9-07B6-5A19C24E4E5A}"/>
              </a:ext>
            </a:extLst>
          </p:cNvPr>
          <p:cNvPicPr>
            <a:picLocks noChangeAspect="1"/>
          </p:cNvPicPr>
          <p:nvPr/>
        </p:nvPicPr>
        <p:blipFill>
          <a:blip r:embed="rId4"/>
          <a:stretch>
            <a:fillRect/>
          </a:stretch>
        </p:blipFill>
        <p:spPr>
          <a:xfrm>
            <a:off x="7131064" y="4349352"/>
            <a:ext cx="5057888" cy="2174892"/>
          </a:xfrm>
          <a:prstGeom prst="rect">
            <a:avLst/>
          </a:prstGeom>
        </p:spPr>
      </p:pic>
    </p:spTree>
    <p:extLst>
      <p:ext uri="{BB962C8B-B14F-4D97-AF65-F5344CB8AC3E}">
        <p14:creationId xmlns:p14="http://schemas.microsoft.com/office/powerpoint/2010/main" val="16934716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C071F6-FDDA-86C5-2822-DDACCAE15B1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8735FA2-12C4-F31F-0C81-B341109AEFAC}"/>
              </a:ext>
            </a:extLst>
          </p:cNvPr>
          <p:cNvSpPr>
            <a:spLocks noGrp="1"/>
          </p:cNvSpPr>
          <p:nvPr>
            <p:ph type="title"/>
          </p:nvPr>
        </p:nvSpPr>
        <p:spPr>
          <a:xfrm>
            <a:off x="630936" y="640080"/>
            <a:ext cx="4818888" cy="1481328"/>
          </a:xfrm>
        </p:spPr>
        <p:txBody>
          <a:bodyPr anchor="b">
            <a:normAutofit/>
          </a:bodyPr>
          <a:lstStyle/>
          <a:p>
            <a:r>
              <a:rPr lang="es-ES" sz="3800"/>
              <a:t>AVAILABILITY PROBLEM: SOLUTION</a:t>
            </a:r>
          </a:p>
        </p:txBody>
      </p:sp>
      <p:sp>
        <p:nvSpPr>
          <p:cNvPr id="1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8E6E1CF-5DBB-B309-6D09-BE14D4EBA029}"/>
              </a:ext>
            </a:extLst>
          </p:cNvPr>
          <p:cNvSpPr>
            <a:spLocks noGrp="1"/>
          </p:cNvSpPr>
          <p:nvPr>
            <p:ph idx="1"/>
          </p:nvPr>
        </p:nvSpPr>
        <p:spPr>
          <a:xfrm>
            <a:off x="630936" y="2660904"/>
            <a:ext cx="5272024" cy="3547872"/>
          </a:xfrm>
        </p:spPr>
        <p:txBody>
          <a:bodyPr anchor="t">
            <a:normAutofit fontScale="85000" lnSpcReduction="10000"/>
          </a:bodyPr>
          <a:lstStyle/>
          <a:p>
            <a:r>
              <a:rPr lang="en-US" sz="1900" dirty="0"/>
              <a:t>The solution introduces a monitoring mechanism for the grade publication process that detects when grading results are not available to students within the defined time limit.</a:t>
            </a:r>
          </a:p>
          <a:p>
            <a:r>
              <a:rPr lang="en-US" sz="1900" dirty="0"/>
              <a:t>When the 15-minute availability deadline is violated, the system automatically triggers compensating notifications to both the teacher and the student, informing them of the temporary system failure.</a:t>
            </a:r>
          </a:p>
          <a:p>
            <a:r>
              <a:rPr lang="en-US" sz="1900" dirty="0"/>
              <a:t>With this approach, the system does not silently fail: students are informed about the unavailability of their grades, and teachers are explicitly instructed to communicate the results through alternative means.</a:t>
            </a:r>
            <a:br>
              <a:rPr lang="en-US" sz="1900" dirty="0"/>
            </a:br>
            <a:r>
              <a:rPr lang="en-US" sz="1900" dirty="0"/>
              <a:t>This ensures transparency, maintains trust in the system, and preserves the academic process continuity even when the system availability requirement is not met.</a:t>
            </a:r>
          </a:p>
          <a:p>
            <a:endParaRPr lang="en-GB" sz="1400" noProof="0" dirty="0"/>
          </a:p>
        </p:txBody>
      </p:sp>
      <p:pic>
        <p:nvPicPr>
          <p:cNvPr id="5" name="Imagen 4" descr="Diagrama&#10;&#10;El contenido generado por IA puede ser incorrecto.">
            <a:extLst>
              <a:ext uri="{FF2B5EF4-FFF2-40B4-BE49-F238E27FC236}">
                <a16:creationId xmlns:a16="http://schemas.microsoft.com/office/drawing/2014/main" id="{11284E59-AD43-F674-F05D-545433E2CCA9}"/>
              </a:ext>
            </a:extLst>
          </p:cNvPr>
          <p:cNvPicPr>
            <a:picLocks noChangeAspect="1"/>
          </p:cNvPicPr>
          <p:nvPr/>
        </p:nvPicPr>
        <p:blipFill>
          <a:blip r:embed="rId2"/>
          <a:stretch>
            <a:fillRect/>
          </a:stretch>
        </p:blipFill>
        <p:spPr>
          <a:xfrm>
            <a:off x="5902960" y="1664742"/>
            <a:ext cx="6167120" cy="4270729"/>
          </a:xfrm>
          <a:prstGeom prst="rect">
            <a:avLst/>
          </a:prstGeom>
        </p:spPr>
      </p:pic>
    </p:spTree>
    <p:extLst>
      <p:ext uri="{BB962C8B-B14F-4D97-AF65-F5344CB8AC3E}">
        <p14:creationId xmlns:p14="http://schemas.microsoft.com/office/powerpoint/2010/main" val="421348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25">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0D810E6-D634-5775-23EC-7C1CD5F9B4BC}"/>
              </a:ext>
            </a:extLst>
          </p:cNvPr>
          <p:cNvSpPr>
            <a:spLocks noGrp="1"/>
          </p:cNvSpPr>
          <p:nvPr>
            <p:ph type="title"/>
          </p:nvPr>
        </p:nvSpPr>
        <p:spPr>
          <a:xfrm>
            <a:off x="630936" y="640080"/>
            <a:ext cx="4818888" cy="1481328"/>
          </a:xfrm>
        </p:spPr>
        <p:txBody>
          <a:bodyPr anchor="b">
            <a:normAutofit/>
          </a:bodyPr>
          <a:lstStyle/>
          <a:p>
            <a:r>
              <a:rPr lang="es-ES" sz="5000"/>
              <a:t>MODIFIABILITY PROBLEM: ISSUE</a:t>
            </a:r>
          </a:p>
        </p:txBody>
      </p:sp>
      <p:sp>
        <p:nvSpPr>
          <p:cNvPr id="33"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61F5AB5F-386D-CE95-CCBF-2F74C67C4105}"/>
              </a:ext>
            </a:extLst>
          </p:cNvPr>
          <p:cNvSpPr>
            <a:spLocks noGrp="1"/>
          </p:cNvSpPr>
          <p:nvPr>
            <p:ph idx="1"/>
          </p:nvPr>
        </p:nvSpPr>
        <p:spPr>
          <a:xfrm>
            <a:off x="630936" y="2660904"/>
            <a:ext cx="4818888" cy="3547872"/>
          </a:xfrm>
        </p:spPr>
        <p:txBody>
          <a:bodyPr anchor="t">
            <a:normAutofit/>
          </a:bodyPr>
          <a:lstStyle/>
          <a:p>
            <a:r>
              <a:rPr lang="en-GB" sz="2000"/>
              <a:t>The Grading system must be modified within an hour. However, all the data flow of all services go through the persistence adapter, so every service data flow must be modified and because of that the modification takes much more time.</a:t>
            </a:r>
            <a:endParaRPr lang="en-GB" sz="2000" noProof="0"/>
          </a:p>
          <a:p>
            <a:r>
              <a:rPr lang="en-GB" sz="2000" noProof="0"/>
              <a:t>Involved Users: Student, Teacher</a:t>
            </a:r>
          </a:p>
          <a:p>
            <a:r>
              <a:rPr lang="es-ES" sz="2000"/>
              <a:t>Afected System Parts: Backend API, Grading Management Container, Persistent Adapter</a:t>
            </a:r>
          </a:p>
          <a:p>
            <a:endParaRPr lang="es-ES" sz="2000"/>
          </a:p>
        </p:txBody>
      </p:sp>
      <p:pic>
        <p:nvPicPr>
          <p:cNvPr id="5" name="Imagen 4" descr="Diagrama&#10;&#10;El contenido generado por IA puede ser incorrecto.">
            <a:extLst>
              <a:ext uri="{FF2B5EF4-FFF2-40B4-BE49-F238E27FC236}">
                <a16:creationId xmlns:a16="http://schemas.microsoft.com/office/drawing/2014/main" id="{FBE88C5A-76C0-CA70-1F19-B652A1D7B555}"/>
              </a:ext>
            </a:extLst>
          </p:cNvPr>
          <p:cNvPicPr>
            <a:picLocks noChangeAspect="1"/>
          </p:cNvPicPr>
          <p:nvPr/>
        </p:nvPicPr>
        <p:blipFill>
          <a:blip r:embed="rId2"/>
          <a:stretch>
            <a:fillRect/>
          </a:stretch>
        </p:blipFill>
        <p:spPr>
          <a:xfrm>
            <a:off x="5449824" y="2011680"/>
            <a:ext cx="6367500" cy="3963768"/>
          </a:xfrm>
          <a:prstGeom prst="rect">
            <a:avLst/>
          </a:prstGeom>
        </p:spPr>
      </p:pic>
    </p:spTree>
    <p:extLst>
      <p:ext uri="{BB962C8B-B14F-4D97-AF65-F5344CB8AC3E}">
        <p14:creationId xmlns:p14="http://schemas.microsoft.com/office/powerpoint/2010/main" val="6484250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75302-7086-39AF-681D-AA4CA1B40A2F}"/>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84F26597-39C7-F7D6-4554-A75DC45B28BD}"/>
              </a:ext>
            </a:extLst>
          </p:cNvPr>
          <p:cNvSpPr>
            <a:spLocks noGrp="1"/>
          </p:cNvSpPr>
          <p:nvPr>
            <p:ph type="title"/>
          </p:nvPr>
        </p:nvSpPr>
        <p:spPr>
          <a:xfrm>
            <a:off x="630936" y="323088"/>
            <a:ext cx="5637784" cy="1798320"/>
          </a:xfrm>
        </p:spPr>
        <p:txBody>
          <a:bodyPr anchor="b">
            <a:normAutofit/>
          </a:bodyPr>
          <a:lstStyle/>
          <a:p>
            <a:r>
              <a:rPr lang="es-ES"/>
              <a:t>MODIFIABILITY PROBLEM: SOLUTION</a:t>
            </a:r>
            <a:endParaRPr lang="es-ES" dirty="0"/>
          </a:p>
        </p:txBody>
      </p:sp>
      <p:sp>
        <p:nvSpPr>
          <p:cNvPr id="4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04A46F4-5F3A-8047-7AD8-5EC66B448D1D}"/>
              </a:ext>
            </a:extLst>
          </p:cNvPr>
          <p:cNvSpPr>
            <a:spLocks noGrp="1"/>
          </p:cNvSpPr>
          <p:nvPr>
            <p:ph idx="1"/>
          </p:nvPr>
        </p:nvSpPr>
        <p:spPr>
          <a:xfrm>
            <a:off x="630936" y="2660904"/>
            <a:ext cx="4818888" cy="3547872"/>
          </a:xfrm>
        </p:spPr>
        <p:txBody>
          <a:bodyPr anchor="t">
            <a:normAutofit lnSpcReduction="10000"/>
          </a:bodyPr>
          <a:lstStyle/>
          <a:p>
            <a:r>
              <a:rPr lang="en-GB" sz="2200" dirty="0"/>
              <a:t>The persistent adapter is </a:t>
            </a:r>
            <a:r>
              <a:rPr lang="en-GB" sz="2200" dirty="0" err="1"/>
              <a:t>splited</a:t>
            </a:r>
            <a:r>
              <a:rPr lang="en-GB" sz="2200" dirty="0"/>
              <a:t> in many independent adapters, as much as services are in the system.</a:t>
            </a:r>
            <a:endParaRPr lang="es-ES" sz="2200" dirty="0"/>
          </a:p>
          <a:p>
            <a:r>
              <a:rPr lang="es-ES" sz="2200" noProof="0" dirty="0" err="1"/>
              <a:t>With</a:t>
            </a:r>
            <a:r>
              <a:rPr lang="es-ES" sz="2200" noProof="0" dirty="0"/>
              <a:t> </a:t>
            </a:r>
            <a:r>
              <a:rPr lang="es-ES" sz="2200" noProof="0" dirty="0" err="1"/>
              <a:t>this</a:t>
            </a:r>
            <a:r>
              <a:rPr lang="es-ES" sz="2200" dirty="0"/>
              <a:t>, </a:t>
            </a:r>
            <a:r>
              <a:rPr lang="es-ES" sz="2200" dirty="0" err="1"/>
              <a:t>if</a:t>
            </a:r>
            <a:r>
              <a:rPr lang="es-ES" sz="2200" dirty="0"/>
              <a:t> </a:t>
            </a:r>
            <a:r>
              <a:rPr lang="es-ES" sz="2200" dirty="0" err="1"/>
              <a:t>one</a:t>
            </a:r>
            <a:r>
              <a:rPr lang="es-ES" sz="2200" dirty="0"/>
              <a:t> </a:t>
            </a:r>
            <a:r>
              <a:rPr lang="es-ES" sz="2200" dirty="0" err="1"/>
              <a:t>service</a:t>
            </a:r>
            <a:r>
              <a:rPr lang="es-ES" sz="2200" dirty="0"/>
              <a:t> </a:t>
            </a:r>
            <a:r>
              <a:rPr lang="es-ES" sz="2200" dirty="0" err="1"/>
              <a:t>part</a:t>
            </a:r>
            <a:r>
              <a:rPr lang="es-ES" sz="2200" dirty="0"/>
              <a:t> </a:t>
            </a:r>
            <a:r>
              <a:rPr lang="es-ES" sz="2200" dirty="0" err="1"/>
              <a:t>needs</a:t>
            </a:r>
            <a:r>
              <a:rPr lang="es-ES" sz="2200" dirty="0"/>
              <a:t> </a:t>
            </a:r>
            <a:r>
              <a:rPr lang="es-ES" sz="2200" dirty="0" err="1"/>
              <a:t>to</a:t>
            </a:r>
            <a:r>
              <a:rPr lang="es-ES" sz="2200" dirty="0"/>
              <a:t> be </a:t>
            </a:r>
            <a:r>
              <a:rPr lang="es-ES" sz="2200" dirty="0" err="1"/>
              <a:t>modified</a:t>
            </a:r>
            <a:r>
              <a:rPr lang="es-ES" sz="2200" dirty="0"/>
              <a:t>, </a:t>
            </a:r>
            <a:r>
              <a:rPr lang="es-ES" sz="2200" dirty="0" err="1"/>
              <a:t>it</a:t>
            </a:r>
            <a:r>
              <a:rPr lang="es-ES" sz="2200" dirty="0"/>
              <a:t> can be done </a:t>
            </a:r>
            <a:r>
              <a:rPr lang="es-ES" sz="2200" dirty="0" err="1"/>
              <a:t>without</a:t>
            </a:r>
            <a:r>
              <a:rPr lang="es-ES" sz="2200" dirty="0"/>
              <a:t> </a:t>
            </a:r>
            <a:r>
              <a:rPr lang="es-ES" sz="2200" dirty="0" err="1"/>
              <a:t>affecting</a:t>
            </a:r>
            <a:r>
              <a:rPr lang="es-ES" sz="2200" dirty="0"/>
              <a:t> </a:t>
            </a:r>
            <a:r>
              <a:rPr lang="es-ES" sz="2200" dirty="0" err="1"/>
              <a:t>to</a:t>
            </a:r>
            <a:r>
              <a:rPr lang="es-ES" sz="2200" dirty="0"/>
              <a:t> </a:t>
            </a:r>
            <a:r>
              <a:rPr lang="es-ES" sz="2200" dirty="0" err="1"/>
              <a:t>the</a:t>
            </a:r>
            <a:r>
              <a:rPr lang="es-ES" sz="2200" dirty="0"/>
              <a:t> </a:t>
            </a:r>
            <a:r>
              <a:rPr lang="es-ES" sz="2200" dirty="0" err="1"/>
              <a:t>other</a:t>
            </a:r>
            <a:r>
              <a:rPr lang="es-ES" sz="2200" dirty="0"/>
              <a:t> </a:t>
            </a:r>
            <a:r>
              <a:rPr lang="es-ES" sz="2200" dirty="0" err="1"/>
              <a:t>services</a:t>
            </a:r>
            <a:r>
              <a:rPr lang="es-ES" sz="2200" dirty="0"/>
              <a:t> </a:t>
            </a:r>
            <a:r>
              <a:rPr lang="es-ES" sz="2200" dirty="0" err="1"/>
              <a:t>or</a:t>
            </a:r>
            <a:r>
              <a:rPr lang="es-ES" sz="2200" dirty="0"/>
              <a:t> data </a:t>
            </a:r>
            <a:r>
              <a:rPr lang="es-ES" sz="2200" dirty="0" err="1"/>
              <a:t>flows</a:t>
            </a:r>
            <a:r>
              <a:rPr lang="es-ES" sz="2200" dirty="0"/>
              <a:t>.</a:t>
            </a:r>
          </a:p>
          <a:p>
            <a:r>
              <a:rPr lang="es-ES" sz="2200" noProof="0" dirty="0"/>
              <a:t>In </a:t>
            </a:r>
            <a:r>
              <a:rPr lang="es-ES" sz="2200" dirty="0" err="1"/>
              <a:t>our</a:t>
            </a:r>
            <a:r>
              <a:rPr lang="es-ES" sz="2200" dirty="0"/>
              <a:t> case, </a:t>
            </a:r>
            <a:r>
              <a:rPr lang="es-ES" sz="2200" dirty="0" err="1"/>
              <a:t>this</a:t>
            </a:r>
            <a:r>
              <a:rPr lang="es-ES" sz="2200" dirty="0"/>
              <a:t> </a:t>
            </a:r>
            <a:r>
              <a:rPr lang="es-ES" sz="2200" dirty="0" err="1"/>
              <a:t>modification</a:t>
            </a:r>
            <a:r>
              <a:rPr lang="es-ES" sz="2200" dirty="0"/>
              <a:t> </a:t>
            </a:r>
            <a:r>
              <a:rPr lang="es-ES" sz="2200" dirty="0" err="1"/>
              <a:t>allows</a:t>
            </a:r>
            <a:r>
              <a:rPr lang="es-ES" sz="2200" dirty="0"/>
              <a:t> </a:t>
            </a:r>
            <a:r>
              <a:rPr lang="es-ES" sz="2200" dirty="0" err="1"/>
              <a:t>an</a:t>
            </a:r>
            <a:r>
              <a:rPr lang="es-ES" sz="2200" dirty="0"/>
              <a:t> </a:t>
            </a:r>
            <a:r>
              <a:rPr lang="es-ES" sz="2200" dirty="0" err="1"/>
              <a:t>easy</a:t>
            </a:r>
            <a:r>
              <a:rPr lang="es-ES" sz="2200" dirty="0"/>
              <a:t> </a:t>
            </a:r>
            <a:r>
              <a:rPr lang="es-ES" sz="2200" dirty="0" err="1"/>
              <a:t>Grading</a:t>
            </a:r>
            <a:r>
              <a:rPr lang="es-ES" sz="2200" dirty="0"/>
              <a:t> </a:t>
            </a:r>
            <a:r>
              <a:rPr lang="es-ES" sz="2200" dirty="0" err="1"/>
              <a:t>System</a:t>
            </a:r>
            <a:r>
              <a:rPr lang="es-ES" sz="2200" dirty="0"/>
              <a:t> </a:t>
            </a:r>
            <a:r>
              <a:rPr lang="es-ES" sz="2200" dirty="0" err="1"/>
              <a:t>service</a:t>
            </a:r>
            <a:r>
              <a:rPr lang="es-ES" sz="2200" dirty="0"/>
              <a:t> </a:t>
            </a:r>
            <a:r>
              <a:rPr lang="es-ES" sz="2200" dirty="0" err="1"/>
              <a:t>modification</a:t>
            </a:r>
            <a:r>
              <a:rPr lang="es-ES" sz="2200" dirty="0"/>
              <a:t>, meeting </a:t>
            </a:r>
            <a:r>
              <a:rPr lang="es-ES" sz="2200" dirty="0" err="1"/>
              <a:t>the</a:t>
            </a:r>
            <a:r>
              <a:rPr lang="es-ES" sz="2200" dirty="0"/>
              <a:t> </a:t>
            </a:r>
            <a:r>
              <a:rPr lang="es-ES" sz="2200" dirty="0" err="1"/>
              <a:t>one-hour</a:t>
            </a:r>
            <a:r>
              <a:rPr lang="es-ES" sz="2200" dirty="0"/>
              <a:t> </a:t>
            </a:r>
            <a:r>
              <a:rPr lang="es-ES" sz="2200" dirty="0" err="1"/>
              <a:t>deadline</a:t>
            </a:r>
            <a:r>
              <a:rPr lang="es-ES" sz="2200" dirty="0"/>
              <a:t>.</a:t>
            </a:r>
            <a:endParaRPr lang="en-GB" sz="2200" noProof="0" dirty="0"/>
          </a:p>
        </p:txBody>
      </p:sp>
      <p:pic>
        <p:nvPicPr>
          <p:cNvPr id="6" name="Imagen 5" descr="Imagen que contiene Interfaz de usuario gráfica&#10;&#10;El contenido generado por IA puede ser incorrecto.">
            <a:extLst>
              <a:ext uri="{FF2B5EF4-FFF2-40B4-BE49-F238E27FC236}">
                <a16:creationId xmlns:a16="http://schemas.microsoft.com/office/drawing/2014/main" id="{F6643991-A7AA-096C-F3C9-60637A085517}"/>
              </a:ext>
            </a:extLst>
          </p:cNvPr>
          <p:cNvPicPr>
            <a:picLocks noChangeAspect="1"/>
          </p:cNvPicPr>
          <p:nvPr/>
        </p:nvPicPr>
        <p:blipFill>
          <a:blip r:embed="rId2"/>
          <a:stretch>
            <a:fillRect/>
          </a:stretch>
        </p:blipFill>
        <p:spPr>
          <a:xfrm>
            <a:off x="5449824" y="2121408"/>
            <a:ext cx="6510873" cy="3881120"/>
          </a:xfrm>
          <a:prstGeom prst="rect">
            <a:avLst/>
          </a:prstGeom>
        </p:spPr>
      </p:pic>
    </p:spTree>
    <p:extLst>
      <p:ext uri="{BB962C8B-B14F-4D97-AF65-F5344CB8AC3E}">
        <p14:creationId xmlns:p14="http://schemas.microsoft.com/office/powerpoint/2010/main" val="1428783815"/>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206</TotalTime>
  <Words>339</Words>
  <Application>Microsoft Office PowerPoint</Application>
  <PresentationFormat>Panorámica</PresentationFormat>
  <Paragraphs>20</Paragraphs>
  <Slides>5</Slides>
  <Notes>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5</vt:i4>
      </vt:variant>
    </vt:vector>
  </HeadingPairs>
  <TitlesOfParts>
    <vt:vector size="9" baseType="lpstr">
      <vt:lpstr>Aptos</vt:lpstr>
      <vt:lpstr>Aptos Display</vt:lpstr>
      <vt:lpstr>Arial</vt:lpstr>
      <vt:lpstr>Tema de Office</vt:lpstr>
      <vt:lpstr>Presentación de PowerPoint</vt:lpstr>
      <vt:lpstr>AVALABILITY PROBLEM: ISSUE</vt:lpstr>
      <vt:lpstr>AVAILABILITY PROBLEM: SOLUTION</vt:lpstr>
      <vt:lpstr>MODIFIABILITY PROBLEM: ISSUE</vt:lpstr>
      <vt:lpstr>MODIFIABILITY PROBLEM: SOLUTION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Iker Joaquín</dc:creator>
  <cp:lastModifiedBy>Iker Joaquín</cp:lastModifiedBy>
  <cp:revision>1</cp:revision>
  <dcterms:created xsi:type="dcterms:W3CDTF">2026-01-02T13:06:19Z</dcterms:created>
  <dcterms:modified xsi:type="dcterms:W3CDTF">2026-01-02T16:32:28Z</dcterms:modified>
</cp:coreProperties>
</file>