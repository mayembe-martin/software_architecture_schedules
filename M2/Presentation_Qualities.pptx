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60" r:id="rId3"/>
    <p:sldId id="261" r:id="rId4"/>
    <p:sldId id="257" r:id="rId5"/>
    <p:sldId id="259" r:id="rId6"/>
    <p:sldId id="262" r:id="rId7"/>
    <p:sldId id="263" r:id="rId8"/>
    <p:sldId id="264" r:id="rId9"/>
    <p:sldId id="265" r:id="rId10"/>
    <p:sldId id="266" r:id="rId11"/>
    <p:sldId id="267" r:id="rId12"/>
    <p:sldId id="268" r:id="rId13"/>
    <p:sldId id="269" r:id="rId14"/>
    <p:sldId id="271" r:id="rId15"/>
    <p:sldId id="275" r:id="rId16"/>
    <p:sldId id="272" r:id="rId17"/>
    <p:sldId id="273" r:id="rId18"/>
    <p:sldId id="274" r:id="rId1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99"/>
  </p:normalViewPr>
  <p:slideViewPr>
    <p:cSldViewPr snapToGrid="0">
      <p:cViewPr>
        <p:scale>
          <a:sx n="78" d="100"/>
          <a:sy n="78" d="100"/>
        </p:scale>
        <p:origin x="552" y="7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4/1/26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2</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4/1/26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p:txBody>
          <a:bodyPr/>
          <a:lstStyle/>
          <a:p>
            <a:endParaRPr lang="es-ES"/>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r>
              <a:rPr lang="es-ES" sz="5400"/>
              <a:t>AVALABILITY PROBLEM: ISSUE</a:t>
            </a:r>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a:bodyPr>
          <a:lstStyle/>
          <a:p>
            <a:r>
              <a:rPr lang="es-ES" sz="5000"/>
              <a:t>MODIFIABILITY PROBLEM: ISSUE</a:t>
            </a:r>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C5E75634-15CB-9D6A-CDB5-F8B85CDFFA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630935" y="323088"/>
            <a:ext cx="11329761" cy="1798320"/>
          </a:xfrm>
        </p:spPr>
        <p:txBody>
          <a:bodyPr anchor="b">
            <a:normAutofit/>
          </a:bodyPr>
          <a:lstStyle/>
          <a:p>
            <a:r>
              <a:rPr lang="en-US" dirty="0"/>
              <a:t>REQUIREMENT:</a:t>
            </a:r>
            <a:br>
              <a:rPr lang="en-US" dirty="0"/>
            </a:br>
            <a:r>
              <a:rPr lang="en-US" dirty="0"/>
              <a:t>MAINTAINABILITY &amp; TESTABILITY</a:t>
            </a:r>
            <a:endParaRPr lang="es-ES" dirty="0"/>
          </a:p>
        </p:txBody>
      </p:sp>
      <p:sp>
        <p:nvSpPr>
          <p:cNvPr id="40" name="sketch line">
            <a:extLst>
              <a:ext uri="{FF2B5EF4-FFF2-40B4-BE49-F238E27FC236}">
                <a16:creationId xmlns:a16="http://schemas.microsoft.com/office/drawing/2014/main" id="{6A0269F3-3669-58A4-2F0A-7B1542108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30936" y="2660904"/>
            <a:ext cx="10962966" cy="3547872"/>
          </a:xfrm>
        </p:spPr>
        <p:txBody>
          <a:bodyPr anchor="t">
            <a:normAutofit/>
          </a:bodyPr>
          <a:lstStyle/>
          <a:p>
            <a:r>
              <a:rPr lang="en-US" sz="2400" dirty="0"/>
              <a:t>Enable independent deployment of components, comprehensive automated testing, support bi-weekly releases.</a:t>
            </a:r>
          </a:p>
          <a:p>
            <a:endParaRPr lang="en-US" sz="2400" dirty="0"/>
          </a:p>
          <a:p>
            <a:r>
              <a:rPr lang="en-US" sz="2400" dirty="0"/>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38E731C8-CB74-3794-A9C7-895285FE80A6}"/>
              </a:ext>
            </a:extLst>
          </p:cNvPr>
          <p:cNvSpPr>
            <a:spLocks noGrp="1"/>
          </p:cNvSpPr>
          <p:nvPr>
            <p:ph idx="1"/>
          </p:nvPr>
        </p:nvSpPr>
        <p:spPr/>
        <p:txBody>
          <a:bodyPr>
            <a:normAutofit/>
          </a:bodyPr>
          <a:lstStyle/>
          <a:p>
            <a:pPr marL="0" indent="0">
              <a:buNone/>
            </a:pPr>
            <a:r>
              <a:rPr lang="en-US" b="1" dirty="0"/>
              <a:t>1. Clean Separation of Concerns:</a:t>
            </a:r>
          </a:p>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Tree>
    <p:extLst>
      <p:ext uri="{BB962C8B-B14F-4D97-AF65-F5344CB8AC3E}">
        <p14:creationId xmlns:p14="http://schemas.microsoft.com/office/powerpoint/2010/main" val="181884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p:txBody>
          <a:bodyPr>
            <a:normAutofit/>
          </a:bodyPr>
          <a:lstStyle/>
          <a:p>
            <a:pPr marL="0" indent="0">
              <a:buNone/>
            </a:pPr>
            <a:r>
              <a:rPr lang="en-US" b="1" dirty="0"/>
              <a:t>2. Testability by Design:</a:t>
            </a:r>
          </a:p>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p:txBody>
          <a:bodyPr>
            <a:normAutofit/>
          </a:bodyPr>
          <a:lstStyle/>
          <a:p>
            <a:pPr marL="0" indent="0">
              <a:buNone/>
            </a:pPr>
            <a:r>
              <a:rPr lang="en-US" b="1" dirty="0"/>
              <a:t>3. Deployment Independence:</a:t>
            </a:r>
          </a:p>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p:txBody>
          <a:bodyPr/>
          <a:lstStyle/>
          <a:p>
            <a:pPr marL="0" indent="0">
              <a:buNone/>
            </a:pPr>
            <a:r>
              <a:rPr lang="en-US" b="1" dirty="0"/>
              <a:t>4. Development Environment Support:</a:t>
            </a:r>
          </a:p>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630935" y="323088"/>
            <a:ext cx="11329761" cy="1798320"/>
          </a:xfrm>
        </p:spPr>
        <p:txBody>
          <a:bodyPr anchor="b">
            <a:normAutofit/>
          </a:bodyPr>
          <a:lstStyle/>
          <a:p>
            <a:r>
              <a:rPr lang="en-US" dirty="0"/>
              <a:t>REQUIREMENT: SECURITY &amp; DATA PRIVACY</a:t>
            </a:r>
            <a:endParaRPr lang="es-ES" dirty="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630936" y="2660904"/>
            <a:ext cx="10962966" cy="3547872"/>
          </a:xfrm>
        </p:spPr>
        <p:txBody>
          <a:bodyPr anchor="t">
            <a:normAutofit/>
          </a:bodyPr>
          <a:lstStyle/>
          <a:p>
            <a:r>
              <a:rPr lang="en-US" sz="2400" dirty="0"/>
              <a:t>Protect sensitive user data (grades, PII, </a:t>
            </a:r>
            <a:r>
              <a:rPr lang="en-US" sz="2400" dirty="0" err="1"/>
              <a:t>etc</a:t>
            </a:r>
            <a:r>
              <a:rPr lang="en-US" sz="2400" dirty="0"/>
              <a:t>) with end-to-end encryption, role-based access control (RBAC).</a:t>
            </a:r>
          </a:p>
          <a:p>
            <a:pPr marL="0" indent="0">
              <a:buNone/>
            </a:pPr>
            <a:endParaRPr lang="en-US" sz="2400" dirty="0"/>
          </a:p>
          <a:p>
            <a:r>
              <a:rPr lang="en-US" sz="2400" dirty="0"/>
              <a:t>Architectural Extension: Required</a:t>
            </a:r>
          </a:p>
        </p:txBody>
      </p:sp>
    </p:spTree>
    <p:extLst>
      <p:ext uri="{BB962C8B-B14F-4D97-AF65-F5344CB8AC3E}">
        <p14:creationId xmlns:p14="http://schemas.microsoft.com/office/powerpoint/2010/main" val="300417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05E84634-1399-449B-7C2A-90CE298700AB}"/>
              </a:ext>
            </a:extLst>
          </p:cNvPr>
          <p:cNvSpPr>
            <a:spLocks noGrp="1"/>
          </p:cNvSpPr>
          <p:nvPr>
            <p:ph idx="1"/>
          </p:nvPr>
        </p:nvSpPr>
        <p:spPr/>
        <p:txBody>
          <a:bodyPr>
            <a:normAutofit/>
          </a:bodyPr>
          <a:lstStyle/>
          <a:p>
            <a:r>
              <a:rPr lang="en-US" dirty="0"/>
              <a:t>Integration with Identity Provider (IdP) for SSO authentication</a:t>
            </a:r>
          </a:p>
          <a:p>
            <a:r>
              <a:rPr lang="en-US" dirty="0"/>
              <a:t>HTTPS communication between web app and API</a:t>
            </a:r>
          </a:p>
          <a:p>
            <a:endParaRPr lang="en-ZM" dirty="0"/>
          </a:p>
        </p:txBody>
      </p:sp>
    </p:spTree>
    <p:extLst>
      <p:ext uri="{BB962C8B-B14F-4D97-AF65-F5344CB8AC3E}">
        <p14:creationId xmlns:p14="http://schemas.microsoft.com/office/powerpoint/2010/main" val="4045528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p:txBody>
          <a:bodyPr/>
          <a:lstStyle/>
          <a:p>
            <a:r>
              <a:rPr lang="en-US" dirty="0"/>
              <a:t>SUGGESTED ARCHITECTURAL EXTENSION:</a:t>
            </a:r>
            <a:endParaRPr lang="en-ZM" dirty="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p:txBody>
          <a:bodyPr/>
          <a:lstStyle/>
          <a:p>
            <a:r>
              <a:rPr lang="en-US" dirty="0"/>
              <a:t>Implement "</a:t>
            </a:r>
            <a:r>
              <a:rPr lang="en-US" b="1" dirty="0"/>
              <a:t>Data Encryption Service</a:t>
            </a:r>
            <a:r>
              <a:rPr lang="en-US" dirty="0"/>
              <a:t>" component for at-rest encryption</a:t>
            </a:r>
            <a:endParaRPr lang="en-ZM" dirty="0"/>
          </a:p>
        </p:txBody>
      </p:sp>
    </p:spTree>
    <p:extLst>
      <p:ext uri="{BB962C8B-B14F-4D97-AF65-F5344CB8AC3E}">
        <p14:creationId xmlns:p14="http://schemas.microsoft.com/office/powerpoint/2010/main" val="1658002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334</TotalTime>
  <Words>1074</Words>
  <Application>Microsoft Macintosh PowerPoint</Application>
  <PresentationFormat>Widescreen</PresentationFormat>
  <Paragraphs>98</Paragraphs>
  <Slides>18</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Tema de Office</vt:lpstr>
      <vt:lpstr>PowerPoint Presentation</vt:lpstr>
      <vt:lpstr>AVALABILITY PROBLEM: ISSUE</vt:lpstr>
      <vt:lpstr>AVAILABILITY PROBLEM: SOLUTION</vt:lpstr>
      <vt:lpstr>MODIFIABILITY PROBLEM: ISSUE</vt:lpstr>
      <vt:lpstr>MODIFIABILITY PROBLEM: SOLUTION</vt:lpstr>
      <vt:lpstr>REQUIREMENT: MAINTAINABILITY &amp; TESTABILITY</vt:lpstr>
      <vt:lpstr>Current Strengths:</vt:lpstr>
      <vt:lpstr>PowerPoint Presentation</vt:lpstr>
      <vt:lpstr>PowerPoint Presentation</vt:lpstr>
      <vt:lpstr>PowerPoint Presentation</vt:lpstr>
      <vt:lpstr>REQUIREMENT: SECURITY &amp; DATA PRIVACY</vt:lpstr>
      <vt:lpstr>Current Strengths:</vt:lpstr>
      <vt:lpstr>SUGGESTED ARCHITECTURAL EXTENSION:</vt:lpstr>
      <vt:lpstr>RELIABILITY PROBLEM</vt:lpstr>
      <vt:lpstr>PowerPoint Presentation</vt:lpstr>
      <vt:lpstr>RELIABILITY PROBLEM - SOLUTION</vt:lpstr>
      <vt:lpstr>SCALABILITY PROBLEM</vt:lpstr>
      <vt:lpstr>SCALABILITY PROBLEM - 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YASH MANGE - 70362019034</cp:lastModifiedBy>
  <cp:revision>4</cp:revision>
  <dcterms:created xsi:type="dcterms:W3CDTF">2026-01-02T13:06:19Z</dcterms:created>
  <dcterms:modified xsi:type="dcterms:W3CDTF">2026-01-04T18:58:32Z</dcterms:modified>
</cp:coreProperties>
</file>