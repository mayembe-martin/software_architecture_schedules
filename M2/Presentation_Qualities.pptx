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3"/>
  </p:notesMasterIdLst>
  <p:sldIdLst>
    <p:sldId id="256" r:id="rId2"/>
    <p:sldId id="279" r:id="rId3"/>
    <p:sldId id="280" r:id="rId4"/>
    <p:sldId id="260" r:id="rId5"/>
    <p:sldId id="261" r:id="rId6"/>
    <p:sldId id="257" r:id="rId7"/>
    <p:sldId id="262" r:id="rId8"/>
    <p:sldId id="277" r:id="rId9"/>
    <p:sldId id="263" r:id="rId10"/>
    <p:sldId id="281" r:id="rId11"/>
    <p:sldId id="282" r:id="rId12"/>
    <p:sldId id="283" r:id="rId13"/>
    <p:sldId id="284" r:id="rId14"/>
    <p:sldId id="285" r:id="rId15"/>
    <p:sldId id="259" r:id="rId16"/>
    <p:sldId id="286" r:id="rId17"/>
    <p:sldId id="275" r:id="rId18"/>
    <p:sldId id="272" r:id="rId19"/>
    <p:sldId id="273" r:id="rId20"/>
    <p:sldId id="274"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F9144-AC0E-4516-A58E-21268A424A36}" v="9" dt="2026-01-02T16:32:01.4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99"/>
  </p:normalViewPr>
  <p:slideViewPr>
    <p:cSldViewPr snapToGrid="0">
      <p:cViewPr varScale="1">
        <p:scale>
          <a:sx n="79" d="100"/>
          <a:sy n="79" d="100"/>
        </p:scale>
        <p:origin x="73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ker Joaquín" userId="acaffbe4a706a9d4" providerId="LiveId" clId="{D1DFD0CF-3B6A-4A93-9F8B-FF939B2F1C04}"/>
    <pc:docChg chg="undo custSel addSld delSld modSld">
      <pc:chgData name="Iker Joaquín" userId="acaffbe4a706a9d4" providerId="LiveId" clId="{D1DFD0CF-3B6A-4A93-9F8B-FF939B2F1C04}" dt="2026-01-02T16:32:26.172" v="1831" actId="1076"/>
      <pc:docMkLst>
        <pc:docMk/>
      </pc:docMkLst>
      <pc:sldChg chg="addSp delSp modSp new mod setBg">
        <pc:chgData name="Iker Joaquín" userId="acaffbe4a706a9d4" providerId="LiveId" clId="{D1DFD0CF-3B6A-4A93-9F8B-FF939B2F1C04}" dt="2026-01-02T15:03:02.965" v="46" actId="26606"/>
        <pc:sldMkLst>
          <pc:docMk/>
          <pc:sldMk cId="527988461" sldId="256"/>
        </pc:sldMkLst>
        <pc:spChg chg="mod">
          <ac:chgData name="Iker Joaquín" userId="acaffbe4a706a9d4" providerId="LiveId" clId="{D1DFD0CF-3B6A-4A93-9F8B-FF939B2F1C04}" dt="2026-01-02T15:03:02.965" v="46" actId="26606"/>
          <ac:spMkLst>
            <pc:docMk/>
            <pc:sldMk cId="527988461" sldId="256"/>
            <ac:spMk id="2" creationId="{AC8CE816-90D2-220C-579B-2E51084401C6}"/>
          </ac:spMkLst>
        </pc:spChg>
        <pc:spChg chg="mod">
          <ac:chgData name="Iker Joaquín" userId="acaffbe4a706a9d4" providerId="LiveId" clId="{D1DFD0CF-3B6A-4A93-9F8B-FF939B2F1C04}" dt="2026-01-02T15:03:02.965" v="46" actId="26606"/>
          <ac:spMkLst>
            <pc:docMk/>
            <pc:sldMk cId="527988461" sldId="256"/>
            <ac:spMk id="3" creationId="{E1B75CE3-D0D0-D9DA-4B45-6DDADDB1D0E0}"/>
          </ac:spMkLst>
        </pc:spChg>
        <pc:spChg chg="add del">
          <ac:chgData name="Iker Joaquín" userId="acaffbe4a706a9d4" providerId="LiveId" clId="{D1DFD0CF-3B6A-4A93-9F8B-FF939B2F1C04}" dt="2026-01-02T15:03:02.965" v="46" actId="26606"/>
          <ac:spMkLst>
            <pc:docMk/>
            <pc:sldMk cId="527988461" sldId="256"/>
            <ac:spMk id="8" creationId="{5A292AEA-2528-46C0-B426-95822B6141FB}"/>
          </ac:spMkLst>
        </pc:spChg>
        <pc:spChg chg="add del">
          <ac:chgData name="Iker Joaquín" userId="acaffbe4a706a9d4" providerId="LiveId" clId="{D1DFD0CF-3B6A-4A93-9F8B-FF939B2F1C04}" dt="2026-01-02T15:03:02.965" v="46" actId="26606"/>
          <ac:spMkLst>
            <pc:docMk/>
            <pc:sldMk cId="527988461" sldId="256"/>
            <ac:spMk id="10" creationId="{D8B7B198-E4DF-43CD-AD8C-199884323745}"/>
          </ac:spMkLst>
        </pc:spChg>
        <pc:spChg chg="add del">
          <ac:chgData name="Iker Joaquín" userId="acaffbe4a706a9d4" providerId="LiveId" clId="{D1DFD0CF-3B6A-4A93-9F8B-FF939B2F1C04}" dt="2026-01-02T15:03:02.965" v="46" actId="26606"/>
          <ac:spMkLst>
            <pc:docMk/>
            <pc:sldMk cId="527988461" sldId="256"/>
            <ac:spMk id="12" creationId="{2BE67753-EA0E-4819-8D22-0B6600CF7231}"/>
          </ac:spMkLst>
        </pc:spChg>
        <pc:grpChg chg="add del">
          <ac:chgData name="Iker Joaquín" userId="acaffbe4a706a9d4" providerId="LiveId" clId="{D1DFD0CF-3B6A-4A93-9F8B-FF939B2F1C04}" dt="2026-01-02T15:03:02.965" v="46" actId="26606"/>
          <ac:grpSpMkLst>
            <pc:docMk/>
            <pc:sldMk cId="527988461" sldId="256"/>
            <ac:grpSpMk id="14" creationId="{D76D63AC-0421-45EC-B383-E79A61A78C6B}"/>
          </ac:grpSpMkLst>
        </pc:grpChg>
        <pc:grpChg chg="add del">
          <ac:chgData name="Iker Joaquín" userId="acaffbe4a706a9d4" providerId="LiveId" clId="{D1DFD0CF-3B6A-4A93-9F8B-FF939B2F1C04}" dt="2026-01-02T15:03:02.965" v="46" actId="26606"/>
          <ac:grpSpMkLst>
            <pc:docMk/>
            <pc:sldMk cId="527988461" sldId="256"/>
            <ac:grpSpMk id="23" creationId="{87F87F1B-42BA-4AC7-A4E2-41544DDB2CE3}"/>
          </ac:grpSpMkLst>
        </pc:grpChg>
        <pc:grpChg chg="add del">
          <ac:chgData name="Iker Joaquín" userId="acaffbe4a706a9d4" providerId="LiveId" clId="{D1DFD0CF-3B6A-4A93-9F8B-FF939B2F1C04}" dt="2026-01-02T15:03:02.965" v="46" actId="26606"/>
          <ac:grpSpMkLst>
            <pc:docMk/>
            <pc:sldMk cId="527988461" sldId="256"/>
            <ac:grpSpMk id="29" creationId="{967346A5-7569-4F15-AB5D-BE3DADF192C0}"/>
          </ac:grpSpMkLst>
        </pc:grpChg>
      </pc:sldChg>
      <pc:sldChg chg="addSp delSp modSp new mod setBg">
        <pc:chgData name="Iker Joaquín" userId="acaffbe4a706a9d4" providerId="LiveId" clId="{D1DFD0CF-3B6A-4A93-9F8B-FF939B2F1C04}" dt="2026-01-02T15:48:04.979" v="597" actId="1076"/>
        <pc:sldMkLst>
          <pc:docMk/>
          <pc:sldMk cId="648425079" sldId="257"/>
        </pc:sldMkLst>
        <pc:spChg chg="mod">
          <ac:chgData name="Iker Joaquín" userId="acaffbe4a706a9d4" providerId="LiveId" clId="{D1DFD0CF-3B6A-4A93-9F8B-FF939B2F1C04}" dt="2026-01-02T15:48:00.617" v="594" actId="26606"/>
          <ac:spMkLst>
            <pc:docMk/>
            <pc:sldMk cId="648425079" sldId="257"/>
            <ac:spMk id="2" creationId="{70D810E6-D634-5775-23EC-7C1CD5F9B4BC}"/>
          </ac:spMkLst>
        </pc:spChg>
        <pc:spChg chg="mod">
          <ac:chgData name="Iker Joaquín" userId="acaffbe4a706a9d4" providerId="LiveId" clId="{D1DFD0CF-3B6A-4A93-9F8B-FF939B2F1C04}" dt="2026-01-02T15:48:00.617" v="594" actId="26606"/>
          <ac:spMkLst>
            <pc:docMk/>
            <pc:sldMk cId="648425079" sldId="257"/>
            <ac:spMk id="3" creationId="{61F5AB5F-386D-CE95-CCBF-2F74C67C4105}"/>
          </ac:spMkLst>
        </pc:spChg>
        <pc:spChg chg="add del">
          <ac:chgData name="Iker Joaquín" userId="acaffbe4a706a9d4" providerId="LiveId" clId="{D1DFD0CF-3B6A-4A93-9F8B-FF939B2F1C04}" dt="2026-01-02T15:47:10.307" v="588" actId="26606"/>
          <ac:spMkLst>
            <pc:docMk/>
            <pc:sldMk cId="648425079" sldId="257"/>
            <ac:spMk id="10" creationId="{DBC6133C-0615-4CE4-9132-37E609A9BDFA}"/>
          </ac:spMkLst>
        </pc:spChg>
        <pc:spChg chg="add del">
          <ac:chgData name="Iker Joaquín" userId="acaffbe4a706a9d4" providerId="LiveId" clId="{D1DFD0CF-3B6A-4A93-9F8B-FF939B2F1C04}" dt="2026-01-02T15:47:10.307" v="588" actId="26606"/>
          <ac:spMkLst>
            <pc:docMk/>
            <pc:sldMk cId="648425079" sldId="257"/>
            <ac:spMk id="12" creationId="{169CC832-2974-4E8D-90ED-3E2941BA7336}"/>
          </ac:spMkLst>
        </pc:spChg>
        <pc:spChg chg="add del">
          <ac:chgData name="Iker Joaquín" userId="acaffbe4a706a9d4" providerId="LiveId" clId="{D1DFD0CF-3B6A-4A93-9F8B-FF939B2F1C04}" dt="2026-01-02T15:47:10.307" v="588" actId="26606"/>
          <ac:spMkLst>
            <pc:docMk/>
            <pc:sldMk cId="648425079" sldId="257"/>
            <ac:spMk id="14" creationId="{55222F96-971A-4F90-B841-6BAB416C7AC1}"/>
          </ac:spMkLst>
        </pc:spChg>
        <pc:spChg chg="add del">
          <ac:chgData name="Iker Joaquín" userId="acaffbe4a706a9d4" providerId="LiveId" clId="{D1DFD0CF-3B6A-4A93-9F8B-FF939B2F1C04}" dt="2026-01-02T15:47:10.307" v="588" actId="26606"/>
          <ac:spMkLst>
            <pc:docMk/>
            <pc:sldMk cId="648425079" sldId="257"/>
            <ac:spMk id="16" creationId="{08980754-6F4B-43C9-B9BE-127B6BED6586}"/>
          </ac:spMkLst>
        </pc:spChg>
        <pc:spChg chg="add del">
          <ac:chgData name="Iker Joaquín" userId="acaffbe4a706a9d4" providerId="LiveId" clId="{D1DFD0CF-3B6A-4A93-9F8B-FF939B2F1C04}" dt="2026-01-02T15:47:10.307" v="588" actId="26606"/>
          <ac:spMkLst>
            <pc:docMk/>
            <pc:sldMk cId="648425079" sldId="257"/>
            <ac:spMk id="18" creationId="{2C1BBA94-3F40-40AA-8BB9-E69E25E537C1}"/>
          </ac:spMkLst>
        </pc:spChg>
        <pc:spChg chg="add del">
          <ac:chgData name="Iker Joaquín" userId="acaffbe4a706a9d4" providerId="LiveId" clId="{D1DFD0CF-3B6A-4A93-9F8B-FF939B2F1C04}" dt="2026-01-02T15:48:00.620" v="595" actId="26606"/>
          <ac:spMkLst>
            <pc:docMk/>
            <pc:sldMk cId="648425079" sldId="257"/>
            <ac:spMk id="20" creationId="{743AA782-23D1-4521-8CAD-47662984AA08}"/>
          </ac:spMkLst>
        </pc:spChg>
        <pc:spChg chg="add del">
          <ac:chgData name="Iker Joaquín" userId="acaffbe4a706a9d4" providerId="LiveId" clId="{D1DFD0CF-3B6A-4A93-9F8B-FF939B2F1C04}" dt="2026-01-02T15:48:00.620" v="595" actId="26606"/>
          <ac:spMkLst>
            <pc:docMk/>
            <pc:sldMk cId="648425079" sldId="257"/>
            <ac:spMk id="21" creationId="{71877DBC-BB60-40F0-AC93-2ACDBAAE60CE}"/>
          </ac:spMkLst>
        </pc:spChg>
        <pc:spChg chg="add del">
          <ac:chgData name="Iker Joaquín" userId="acaffbe4a706a9d4" providerId="LiveId" clId="{D1DFD0CF-3B6A-4A93-9F8B-FF939B2F1C04}" dt="2026-01-02T15:48:00.617" v="594" actId="26606"/>
          <ac:spMkLst>
            <pc:docMk/>
            <pc:sldMk cId="648425079" sldId="257"/>
            <ac:spMk id="26" creationId="{7FF47CB7-972F-479F-A36D-9E72D26EC8DA}"/>
          </ac:spMkLst>
        </pc:spChg>
        <pc:spChg chg="add del">
          <ac:chgData name="Iker Joaquín" userId="acaffbe4a706a9d4" providerId="LiveId" clId="{D1DFD0CF-3B6A-4A93-9F8B-FF939B2F1C04}" dt="2026-01-02T15:48:00.617" v="594" actId="26606"/>
          <ac:spMkLst>
            <pc:docMk/>
            <pc:sldMk cId="648425079" sldId="257"/>
            <ac:spMk id="28" creationId="{0D153B68-5844-490D-8E67-F616D6D721CA}"/>
          </ac:spMkLst>
        </pc:spChg>
        <pc:spChg chg="add del">
          <ac:chgData name="Iker Joaquín" userId="acaffbe4a706a9d4" providerId="LiveId" clId="{D1DFD0CF-3B6A-4A93-9F8B-FF939B2F1C04}" dt="2026-01-02T15:48:00.617" v="594" actId="26606"/>
          <ac:spMkLst>
            <pc:docMk/>
            <pc:sldMk cId="648425079" sldId="257"/>
            <ac:spMk id="30" creationId="{9A0D773F-7A7D-4DBB-9DEA-86BB8B8F4BC8}"/>
          </ac:spMkLst>
        </pc:spChg>
        <pc:spChg chg="add">
          <ac:chgData name="Iker Joaquín" userId="acaffbe4a706a9d4" providerId="LiveId" clId="{D1DFD0CF-3B6A-4A93-9F8B-FF939B2F1C04}" dt="2026-01-02T15:48:00.620" v="595" actId="26606"/>
          <ac:spMkLst>
            <pc:docMk/>
            <pc:sldMk cId="648425079" sldId="257"/>
            <ac:spMk id="32" creationId="{743AA782-23D1-4521-8CAD-47662984AA08}"/>
          </ac:spMkLst>
        </pc:spChg>
        <pc:spChg chg="add">
          <ac:chgData name="Iker Joaquín" userId="acaffbe4a706a9d4" providerId="LiveId" clId="{D1DFD0CF-3B6A-4A93-9F8B-FF939B2F1C04}" dt="2026-01-02T15:48:00.620" v="595" actId="26606"/>
          <ac:spMkLst>
            <pc:docMk/>
            <pc:sldMk cId="648425079" sldId="257"/>
            <ac:spMk id="33" creationId="{650D18FE-0824-4A46-B22C-A86B52E5780A}"/>
          </ac:spMkLst>
        </pc:spChg>
        <pc:picChg chg="add mod">
          <ac:chgData name="Iker Joaquín" userId="acaffbe4a706a9d4" providerId="LiveId" clId="{D1DFD0CF-3B6A-4A93-9F8B-FF939B2F1C04}" dt="2026-01-02T15:48:04.979" v="597" actId="1076"/>
          <ac:picMkLst>
            <pc:docMk/>
            <pc:sldMk cId="648425079" sldId="257"/>
            <ac:picMk id="5" creationId="{FBE88C5A-76C0-CA70-1F19-B652A1D7B555}"/>
          </ac:picMkLst>
        </pc:picChg>
      </pc:sldChg>
      <pc:sldChg chg="modSp add del mod">
        <pc:chgData name="Iker Joaquín" userId="acaffbe4a706a9d4" providerId="LiveId" clId="{D1DFD0CF-3B6A-4A93-9F8B-FF939B2F1C04}" dt="2026-01-02T15:48:36.491" v="599" actId="47"/>
        <pc:sldMkLst>
          <pc:docMk/>
          <pc:sldMk cId="2537118722" sldId="258"/>
        </pc:sldMkLst>
        <pc:spChg chg="mod">
          <ac:chgData name="Iker Joaquín" userId="acaffbe4a706a9d4" providerId="LiveId" clId="{D1DFD0CF-3B6A-4A93-9F8B-FF939B2F1C04}" dt="2026-01-02T15:02:34.929" v="44" actId="20577"/>
          <ac:spMkLst>
            <pc:docMk/>
            <pc:sldMk cId="2537118722" sldId="258"/>
            <ac:spMk id="2" creationId="{1454FF2D-3A28-FBCC-1375-4C76C367281A}"/>
          </ac:spMkLst>
        </pc:spChg>
      </pc:sldChg>
      <pc:sldChg chg="addSp delSp modSp add mod">
        <pc:chgData name="Iker Joaquín" userId="acaffbe4a706a9d4" providerId="LiveId" clId="{D1DFD0CF-3B6A-4A93-9F8B-FF939B2F1C04}" dt="2026-01-02T16:01:48.123" v="1180" actId="20577"/>
        <pc:sldMkLst>
          <pc:docMk/>
          <pc:sldMk cId="1428783815" sldId="259"/>
        </pc:sldMkLst>
        <pc:spChg chg="mod">
          <ac:chgData name="Iker Joaquín" userId="acaffbe4a706a9d4" providerId="LiveId" clId="{D1DFD0CF-3B6A-4A93-9F8B-FF939B2F1C04}" dt="2026-01-02T15:51:37.432" v="945" actId="26606"/>
          <ac:spMkLst>
            <pc:docMk/>
            <pc:sldMk cId="1428783815" sldId="259"/>
            <ac:spMk id="2" creationId="{84F26597-39C7-F7D6-4554-A75DC45B28BD}"/>
          </ac:spMkLst>
        </pc:spChg>
        <pc:spChg chg="add del mod">
          <ac:chgData name="Iker Joaquín" userId="acaffbe4a706a9d4" providerId="LiveId" clId="{D1DFD0CF-3B6A-4A93-9F8B-FF939B2F1C04}" dt="2026-01-02T16:01:48.123" v="1180" actId="20577"/>
          <ac:spMkLst>
            <pc:docMk/>
            <pc:sldMk cId="1428783815" sldId="259"/>
            <ac:spMk id="3" creationId="{904A46F4-5F3A-8047-7AD8-5EC66B448D1D}"/>
          </ac:spMkLst>
        </pc:spChg>
        <pc:spChg chg="del">
          <ac:chgData name="Iker Joaquín" userId="acaffbe4a706a9d4" providerId="LiveId" clId="{D1DFD0CF-3B6A-4A93-9F8B-FF939B2F1C04}" dt="2026-01-02T15:50:54.658" v="927" actId="26606"/>
          <ac:spMkLst>
            <pc:docMk/>
            <pc:sldMk cId="1428783815" sldId="259"/>
            <ac:spMk id="32" creationId="{4623E9C9-78BB-6FBF-BA33-14B1CAA6FE8E}"/>
          </ac:spMkLst>
        </pc:spChg>
        <pc:spChg chg="del">
          <ac:chgData name="Iker Joaquín" userId="acaffbe4a706a9d4" providerId="LiveId" clId="{D1DFD0CF-3B6A-4A93-9F8B-FF939B2F1C04}" dt="2026-01-02T15:50:54.658" v="927" actId="26606"/>
          <ac:spMkLst>
            <pc:docMk/>
            <pc:sldMk cId="1428783815" sldId="259"/>
            <ac:spMk id="33" creationId="{98E8229F-91E6-2786-C517-454E62CE061D}"/>
          </ac:spMkLst>
        </pc:spChg>
        <pc:spChg chg="add del">
          <ac:chgData name="Iker Joaquín" userId="acaffbe4a706a9d4" providerId="LiveId" clId="{D1DFD0CF-3B6A-4A93-9F8B-FF939B2F1C04}" dt="2026-01-02T15:51:37.432" v="945" actId="26606"/>
          <ac:spMkLst>
            <pc:docMk/>
            <pc:sldMk cId="1428783815" sldId="259"/>
            <ac:spMk id="38" creationId="{743AA782-23D1-4521-8CAD-47662984AA08}"/>
          </ac:spMkLst>
        </pc:spChg>
        <pc:spChg chg="add del">
          <ac:chgData name="Iker Joaquín" userId="acaffbe4a706a9d4" providerId="LiveId" clId="{D1DFD0CF-3B6A-4A93-9F8B-FF939B2F1C04}" dt="2026-01-02T15:51:37.432" v="945" actId="26606"/>
          <ac:spMkLst>
            <pc:docMk/>
            <pc:sldMk cId="1428783815" sldId="259"/>
            <ac:spMk id="40" creationId="{71877DBC-BB60-40F0-AC93-2ACDBAAE60CE}"/>
          </ac:spMkLst>
        </pc:spChg>
        <pc:spChg chg="add del">
          <ac:chgData name="Iker Joaquín" userId="acaffbe4a706a9d4" providerId="LiveId" clId="{D1DFD0CF-3B6A-4A93-9F8B-FF939B2F1C04}" dt="2026-01-02T15:51:37.432" v="945" actId="26606"/>
          <ac:spMkLst>
            <pc:docMk/>
            <pc:sldMk cId="1428783815" sldId="259"/>
            <ac:spMk id="46" creationId="{BACC6370-2D7E-4714-9D71-7542949D7D5D}"/>
          </ac:spMkLst>
        </pc:spChg>
        <pc:spChg chg="add del">
          <ac:chgData name="Iker Joaquín" userId="acaffbe4a706a9d4" providerId="LiveId" clId="{D1DFD0CF-3B6A-4A93-9F8B-FF939B2F1C04}" dt="2026-01-02T15:51:37.432" v="945" actId="26606"/>
          <ac:spMkLst>
            <pc:docMk/>
            <pc:sldMk cId="1428783815" sldId="259"/>
            <ac:spMk id="48" creationId="{F68B3F68-107C-434F-AA38-110D5EA91B85}"/>
          </ac:spMkLst>
        </pc:spChg>
        <pc:spChg chg="add del">
          <ac:chgData name="Iker Joaquín" userId="acaffbe4a706a9d4" providerId="LiveId" clId="{D1DFD0CF-3B6A-4A93-9F8B-FF939B2F1C04}" dt="2026-01-02T15:51:37.432" v="945" actId="26606"/>
          <ac:spMkLst>
            <pc:docMk/>
            <pc:sldMk cId="1428783815" sldId="259"/>
            <ac:spMk id="50" creationId="{AAD0DBB9-1A4B-4391-81D4-CB19F9AB918A}"/>
          </ac:spMkLst>
        </pc:spChg>
        <pc:spChg chg="add del">
          <ac:chgData name="Iker Joaquín" userId="acaffbe4a706a9d4" providerId="LiveId" clId="{D1DFD0CF-3B6A-4A93-9F8B-FF939B2F1C04}" dt="2026-01-02T15:51:37.432" v="945" actId="26606"/>
          <ac:spMkLst>
            <pc:docMk/>
            <pc:sldMk cId="1428783815" sldId="259"/>
            <ac:spMk id="52" creationId="{063BBA22-50EA-4C4D-BE05-F1CE4E63AA56}"/>
          </ac:spMkLst>
        </pc:spChg>
        <pc:graphicFrameChg chg="add del">
          <ac:chgData name="Iker Joaquín" userId="acaffbe4a706a9d4" providerId="LiveId" clId="{D1DFD0CF-3B6A-4A93-9F8B-FF939B2F1C04}" dt="2026-01-02T15:51:37.432" v="945" actId="26606"/>
          <ac:graphicFrameMkLst>
            <pc:docMk/>
            <pc:sldMk cId="1428783815" sldId="259"/>
            <ac:graphicFrameMk id="42" creationId="{FF2F0E07-5DDA-60DE-45EC-8BA75EDE7751}"/>
          </ac:graphicFrameMkLst>
        </pc:graphicFrameChg>
        <pc:picChg chg="del mod">
          <ac:chgData name="Iker Joaquín" userId="acaffbe4a706a9d4" providerId="LiveId" clId="{D1DFD0CF-3B6A-4A93-9F8B-FF939B2F1C04}" dt="2026-01-02T15:51:27.680" v="943" actId="478"/>
          <ac:picMkLst>
            <pc:docMk/>
            <pc:sldMk cId="1428783815" sldId="259"/>
            <ac:picMk id="5" creationId="{ACAF4CFA-5F04-FB94-7F34-BFBD23AEDBB0}"/>
          </ac:picMkLst>
        </pc:picChg>
        <pc:picChg chg="add mod">
          <ac:chgData name="Iker Joaquín" userId="acaffbe4a706a9d4" providerId="LiveId" clId="{D1DFD0CF-3B6A-4A93-9F8B-FF939B2F1C04}" dt="2026-01-02T15:59:57.411" v="950" actId="1076"/>
          <ac:picMkLst>
            <pc:docMk/>
            <pc:sldMk cId="1428783815" sldId="259"/>
            <ac:picMk id="6" creationId="{F6643991-A7AA-096C-F3C9-60637A085517}"/>
          </ac:picMkLst>
        </pc:picChg>
      </pc:sldChg>
      <pc:sldChg chg="addSp delSp modSp add mod setBg delDesignElem">
        <pc:chgData name="Iker Joaquín" userId="acaffbe4a706a9d4" providerId="LiveId" clId="{D1DFD0CF-3B6A-4A93-9F8B-FF939B2F1C04}" dt="2026-01-02T16:17:36.106" v="1808" actId="1076"/>
        <pc:sldMkLst>
          <pc:docMk/>
          <pc:sldMk cId="1693471688" sldId="260"/>
        </pc:sldMkLst>
        <pc:spChg chg="mod">
          <ac:chgData name="Iker Joaquín" userId="acaffbe4a706a9d4" providerId="LiveId" clId="{D1DFD0CF-3B6A-4A93-9F8B-FF939B2F1C04}" dt="2026-01-02T16:17:25.260" v="1805" actId="26606"/>
          <ac:spMkLst>
            <pc:docMk/>
            <pc:sldMk cId="1693471688" sldId="260"/>
            <ac:spMk id="2" creationId="{4244D783-E63C-0F9B-BE3D-8C8414FFF3B7}"/>
          </ac:spMkLst>
        </pc:spChg>
        <pc:spChg chg="mod">
          <ac:chgData name="Iker Joaquín" userId="acaffbe4a706a9d4" providerId="LiveId" clId="{D1DFD0CF-3B6A-4A93-9F8B-FF939B2F1C04}" dt="2026-01-02T16:17:25.260" v="1805" actId="26606"/>
          <ac:spMkLst>
            <pc:docMk/>
            <pc:sldMk cId="1693471688" sldId="260"/>
            <ac:spMk id="3" creationId="{ADEC5E53-9844-16DF-46F8-30A6E8DD1804}"/>
          </ac:spMkLst>
        </pc:spChg>
        <pc:spChg chg="add">
          <ac:chgData name="Iker Joaquín" userId="acaffbe4a706a9d4" providerId="LiveId" clId="{D1DFD0CF-3B6A-4A93-9F8B-FF939B2F1C04}" dt="2026-01-02T16:17:25.260" v="1805" actId="26606"/>
          <ac:spMkLst>
            <pc:docMk/>
            <pc:sldMk cId="1693471688" sldId="260"/>
            <ac:spMk id="13" creationId="{352BEC0E-22F8-46D0-9632-375DB541B06C}"/>
          </ac:spMkLst>
        </pc:spChg>
        <pc:spChg chg="add">
          <ac:chgData name="Iker Joaquín" userId="acaffbe4a706a9d4" providerId="LiveId" clId="{D1DFD0CF-3B6A-4A93-9F8B-FF939B2F1C04}" dt="2026-01-02T16:17:25.260" v="1805" actId="26606"/>
          <ac:spMkLst>
            <pc:docMk/>
            <pc:sldMk cId="1693471688" sldId="260"/>
            <ac:spMk id="15" creationId="{3FCFB1DE-0B7E-48CC-BA90-B2AB0889F9D6}"/>
          </ac:spMkLst>
        </pc:spChg>
        <pc:spChg chg="del">
          <ac:chgData name="Iker Joaquín" userId="acaffbe4a706a9d4" providerId="LiveId" clId="{D1DFD0CF-3B6A-4A93-9F8B-FF939B2F1C04}" dt="2026-01-02T16:03:15.862" v="1182"/>
          <ac:spMkLst>
            <pc:docMk/>
            <pc:sldMk cId="1693471688" sldId="260"/>
            <ac:spMk id="32" creationId="{CD8CBA0B-D44D-96D9-47C0-83E7CAA337EC}"/>
          </ac:spMkLst>
        </pc:spChg>
        <pc:spChg chg="del">
          <ac:chgData name="Iker Joaquín" userId="acaffbe4a706a9d4" providerId="LiveId" clId="{D1DFD0CF-3B6A-4A93-9F8B-FF939B2F1C04}" dt="2026-01-02T16:03:15.862" v="1182"/>
          <ac:spMkLst>
            <pc:docMk/>
            <pc:sldMk cId="1693471688" sldId="260"/>
            <ac:spMk id="33" creationId="{ED749DBA-461F-A0B6-67ED-0938EC06F70B}"/>
          </ac:spMkLst>
        </pc:spChg>
        <pc:picChg chg="del">
          <ac:chgData name="Iker Joaquín" userId="acaffbe4a706a9d4" providerId="LiveId" clId="{D1DFD0CF-3B6A-4A93-9F8B-FF939B2F1C04}" dt="2026-01-02T16:16:05.676" v="1769" actId="478"/>
          <ac:picMkLst>
            <pc:docMk/>
            <pc:sldMk cId="1693471688" sldId="260"/>
            <ac:picMk id="5" creationId="{FED166B1-1257-48CF-0C74-7CDF34CAB3FA}"/>
          </ac:picMkLst>
        </pc:picChg>
        <pc:picChg chg="add mod">
          <ac:chgData name="Iker Joaquín" userId="acaffbe4a706a9d4" providerId="LiveId" clId="{D1DFD0CF-3B6A-4A93-9F8B-FF939B2F1C04}" dt="2026-01-02T16:17:25.260" v="1805" actId="26606"/>
          <ac:picMkLst>
            <pc:docMk/>
            <pc:sldMk cId="1693471688" sldId="260"/>
            <ac:picMk id="6" creationId="{5AF782F3-3471-5D94-42D3-EB82D0872B8A}"/>
          </ac:picMkLst>
        </pc:picChg>
        <pc:picChg chg="add mod">
          <ac:chgData name="Iker Joaquín" userId="acaffbe4a706a9d4" providerId="LiveId" clId="{D1DFD0CF-3B6A-4A93-9F8B-FF939B2F1C04}" dt="2026-01-02T16:17:36.106" v="1808" actId="1076"/>
          <ac:picMkLst>
            <pc:docMk/>
            <pc:sldMk cId="1693471688" sldId="260"/>
            <ac:picMk id="8" creationId="{C08C081E-6687-7FC9-07B6-5A19C24E4E5A}"/>
          </ac:picMkLst>
        </pc:picChg>
      </pc:sldChg>
      <pc:sldChg chg="addSp delSp modSp add mod setBg delDesignElem">
        <pc:chgData name="Iker Joaquín" userId="acaffbe4a706a9d4" providerId="LiveId" clId="{D1DFD0CF-3B6A-4A93-9F8B-FF939B2F1C04}" dt="2026-01-02T16:32:26.172" v="1831" actId="1076"/>
        <pc:sldMkLst>
          <pc:docMk/>
          <pc:sldMk cId="421348256" sldId="261"/>
        </pc:sldMkLst>
        <pc:spChg chg="mod">
          <ac:chgData name="Iker Joaquín" userId="acaffbe4a706a9d4" providerId="LiveId" clId="{D1DFD0CF-3B6A-4A93-9F8B-FF939B2F1C04}" dt="2026-01-02T16:32:06.440" v="1819" actId="26606"/>
          <ac:spMkLst>
            <pc:docMk/>
            <pc:sldMk cId="421348256" sldId="261"/>
            <ac:spMk id="2" creationId="{68735FA2-12C4-F31F-0C81-B341109AEFAC}"/>
          </ac:spMkLst>
        </pc:spChg>
        <pc:spChg chg="mod">
          <ac:chgData name="Iker Joaquín" userId="acaffbe4a706a9d4" providerId="LiveId" clId="{D1DFD0CF-3B6A-4A93-9F8B-FF939B2F1C04}" dt="2026-01-02T16:32:17.339" v="1827" actId="27636"/>
          <ac:spMkLst>
            <pc:docMk/>
            <pc:sldMk cId="421348256" sldId="261"/>
            <ac:spMk id="3" creationId="{98E6E1CF-5DBB-B309-6D09-BE14D4EBA029}"/>
          </ac:spMkLst>
        </pc:spChg>
        <pc:spChg chg="add">
          <ac:chgData name="Iker Joaquín" userId="acaffbe4a706a9d4" providerId="LiveId" clId="{D1DFD0CF-3B6A-4A93-9F8B-FF939B2F1C04}" dt="2026-01-02T16:32:06.440" v="1819" actId="26606"/>
          <ac:spMkLst>
            <pc:docMk/>
            <pc:sldMk cId="421348256" sldId="261"/>
            <ac:spMk id="10" creationId="{743AA782-23D1-4521-8CAD-47662984AA08}"/>
          </ac:spMkLst>
        </pc:spChg>
        <pc:spChg chg="add">
          <ac:chgData name="Iker Joaquín" userId="acaffbe4a706a9d4" providerId="LiveId" clId="{D1DFD0CF-3B6A-4A93-9F8B-FF939B2F1C04}" dt="2026-01-02T16:32:06.440" v="1819" actId="26606"/>
          <ac:spMkLst>
            <pc:docMk/>
            <pc:sldMk cId="421348256" sldId="261"/>
            <ac:spMk id="12" creationId="{71877DBC-BB60-40F0-AC93-2ACDBAAE60CE}"/>
          </ac:spMkLst>
        </pc:spChg>
        <pc:spChg chg="del">
          <ac:chgData name="Iker Joaquín" userId="acaffbe4a706a9d4" providerId="LiveId" clId="{D1DFD0CF-3B6A-4A93-9F8B-FF939B2F1C04}" dt="2026-01-02T16:03:20.895" v="1184"/>
          <ac:spMkLst>
            <pc:docMk/>
            <pc:sldMk cId="421348256" sldId="261"/>
            <ac:spMk id="38" creationId="{0DF7555C-B374-7C71-8CF4-9DCC050FA492}"/>
          </ac:spMkLst>
        </pc:spChg>
        <pc:spChg chg="del">
          <ac:chgData name="Iker Joaquín" userId="acaffbe4a706a9d4" providerId="LiveId" clId="{D1DFD0CF-3B6A-4A93-9F8B-FF939B2F1C04}" dt="2026-01-02T16:03:20.895" v="1184"/>
          <ac:spMkLst>
            <pc:docMk/>
            <pc:sldMk cId="421348256" sldId="261"/>
            <ac:spMk id="40" creationId="{F85FAB04-3CB1-C598-BA0D-4DC35372D05F}"/>
          </ac:spMkLst>
        </pc:spChg>
        <pc:picChg chg="add mod">
          <ac:chgData name="Iker Joaquín" userId="acaffbe4a706a9d4" providerId="LiveId" clId="{D1DFD0CF-3B6A-4A93-9F8B-FF939B2F1C04}" dt="2026-01-02T16:32:26.172" v="1831" actId="1076"/>
          <ac:picMkLst>
            <pc:docMk/>
            <pc:sldMk cId="421348256" sldId="261"/>
            <ac:picMk id="5" creationId="{11284E59-AD43-F674-F05D-545433E2CCA9}"/>
          </ac:picMkLst>
        </pc:picChg>
        <pc:picChg chg="del">
          <ac:chgData name="Iker Joaquín" userId="acaffbe4a706a9d4" providerId="LiveId" clId="{D1DFD0CF-3B6A-4A93-9F8B-FF939B2F1C04}" dt="2026-01-02T16:17:44.432" v="1809" actId="478"/>
          <ac:picMkLst>
            <pc:docMk/>
            <pc:sldMk cId="421348256" sldId="261"/>
            <ac:picMk id="6" creationId="{4B35EA53-1302-E6A2-6B2E-2087A5FA5990}"/>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0:44:14.386"/>
    </inkml:context>
    <inkml:brush xml:id="br0">
      <inkml:brushProperty name="width" value="0.1" units="cm"/>
      <inkml:brushProperty name="height" value="0.1" units="cm"/>
      <inkml:brushProperty name="color" value="#E71224"/>
    </inkml:brush>
  </inkml:definitions>
  <inkml:trace contextRef="#ctx0" brushRef="#br0">354 54 24575,'702'-21'0,"344"-12"0,255 34 0,-1270-1 0,-1 2 0,0 2 0,0 0 0,0 2 0,0 1 0,-1 2 0,0 1 0,-1 1 0,0 1 0,0 1 0,39 27 0,-67-40 0,37 25 0,41 33 0,-68-49 0,1 1 0,-1 0 0,-1 1 0,0 0 0,-1 0 0,0 1 0,0 0 0,5 14 0,47 146 0,-21-53 0,-29-96 0,2 1 0,0-1 0,26 35 0,1 0 0,15 20 0,-43-64 0,0 0 0,-1 1 0,0 0 0,-1 1 0,-1 0 0,0 0 0,-1 1 0,8 29 0,-2 55 0,-11-67 0,14 60 0,-5-45 0,-2 0 0,5 96 0,-16 102 0,-1-92 0,5-1 0,-4 167 0,1-309 0,0 0 0,-1 0 0,0-1 0,-1 1 0,0-1 0,0 0 0,-2 0 0,1 0 0,-1 0 0,-12 17 0,5-11 0,-1-1 0,-1-1 0,0 0 0,-2-1 0,-20 16 0,-45 39 0,48-39 0,-58 40 0,78-62 0,-1 0 0,0-1 0,0 0 0,0-1 0,-1-1 0,0 0 0,0-1 0,-21 3 0,-44 0 0,-145-8 0,103-2 0,-603 2 0,705 0 0,1 0 0,-1-2 0,1 0 0,-38-12 0,-72-34 0,-15-6 0,-117-3 0,109 28 0,112 24 0,0-1 0,-77-25 0,27-3 0,-1 5 0,-1 4 0,-188-28 0,257 52 0,1 0 0,0-2 0,1-1 0,-1 0 0,1-1 0,0-2 0,0 0 0,-36-20 0,30 10 0,-1 1 0,-1 2 0,0 1 0,-1 1 0,0 2 0,-39-10 0,40 15 0,-1-2 0,1-1 0,0-2 0,1 0 0,0-2 0,1-1 0,0-2 0,1 0 0,-32-27 0,17 8 0,-44-48 0,68 64 0,1-1 0,1 0 0,1-1 0,-21-43 0,-37-104 0,62 137 0,1 0 0,1 0 0,-6-53 0,9 45 0,-17-57 0,13 61 0,1 1 0,-3-51 0,8-328 0,5 207 0,-2 173 0,2 0 0,1-1 0,10-49 0,-9 68 0,1 0 0,0-1 0,1 2 0,0-1 0,2 1 0,-1 0 0,2 0 0,0 1 0,15-17 0,-16 19-114,2 1 1,-1 0-1,1 0 0,1 1 0,-1 0 1,2 1-1,-1 1 0,1-1 0,0 2 1,1 0-1,13-5 0,6 3-6712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0:45:08.672"/>
    </inkml:context>
    <inkml:brush xml:id="br0">
      <inkml:brushProperty name="width" value="0.1" units="cm"/>
      <inkml:brushProperty name="height" value="0.1" units="cm"/>
      <inkml:brushProperty name="color" value="#E71224"/>
    </inkml:brush>
  </inkml:definitions>
  <inkml:trace contextRef="#ctx0" brushRef="#br0">57 0 24575,'9'5'0,"0"0"0,0 0 0,1-1 0,0-1 0,-1 1 0,14 1 0,8 4 0,62 17 0,2-3 0,1-4 0,0-5 0,1-4 0,141-3 0,1015-13 0,-705 8 0,-447 0 0,116-5 0,-179-2 0,48-14 0,31-4 0,286 15 0,-234 11 0,-149-3 0,-1 0 0,1 1 0,0 1 0,-1 1 0,20 6 0,-32-6 0,1-1 0,-1 1 0,0 1 0,0-1 0,-1 1 0,1 1 0,-1-1 0,0 1 0,0 0 0,0 0 0,-1 1 0,1 0 0,-1 0 0,-1 0 0,7 11 0,-2 3 0,0 0 0,-1 0 0,-2 1 0,8 35 0,-4-14 0,0 1 0,-2 0 0,4 87 0,-13 89 0,-2-86 0,4 40 0,-3 163 0,1-318 0,-1-1 0,-1 1 0,-1-1 0,0 0 0,-8 18 0,-38 77 0,32-77 0,-4 15 0,-18 63 0,-16 37 0,27-82 0,15-35 0,-29 54 0,33-68 0,0 1 0,-9 29 0,15-37 0,0 1 0,-1-1 0,0 1 0,-1-1 0,-1-1 0,0 1 0,0-1 0,-1-1 0,-17 19 0,2-10 0,-1-1 0,0-1 0,-2-1 0,0-1 0,0-1 0,-2-2 0,1-1 0,-1-1 0,-1-1 0,0-1 0,0-2 0,-1-1 0,-31 1 0,-326-5 0,166-4 0,111 5 0,-129-5 0,186-6 0,-96-27 0,123 28 0,-99-31 0,79 22 0,-1 2 0,0 3 0,-78-11 0,77 17 0,-58-15 0,65 11 0,0 2 0,-63-4 0,-125 13 0,213-3 0,0 0 0,0 0 0,0-2 0,0 0 0,1 0 0,0-2 0,-17-7 0,-37-13 0,28 14 0,-1 1 0,-1 2 0,0 2 0,-50-1 0,-55-5 0,-9 1 0,72 13 0,44 1 0,-69-7 0,106 5 0,1-1 0,-1 0 0,1 1 0,0-2 0,-1 1 0,1 0 0,0-1 0,0 1 0,0-1 0,0 0 0,0 0 0,0 0 0,0-1 0,1 1 0,-1-1 0,1 1 0,0-1 0,-1 0 0,1 0 0,1 0 0,-1 0 0,0 0 0,1 0 0,-1-1 0,1 1 0,0 0 0,-1-7 0,-1-7 0,1-1 0,1 1 0,0-1 0,3-25 0,-2 25 0,7-585 0,-7 496 0,-2 80 0,-1-1 0,-1 1 0,-13-44 0,-6-39 0,0-141 0,12-164-149,12 295-1067,-1 76-5610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0:45:20.516"/>
    </inkml:context>
    <inkml:brush xml:id="br0">
      <inkml:brushProperty name="width" value="0.1" units="cm"/>
      <inkml:brushProperty name="height" value="0.1" units="cm"/>
      <inkml:brushProperty name="color" value="#E71224"/>
    </inkml:brush>
  </inkml:definitions>
  <inkml:trace contextRef="#ctx0" brushRef="#br0">1 0 24575,'0'5'0,"0"10"0,0 7 0,0 10 0,0 3 0,0-4-8191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0:45:23.404"/>
    </inkml:context>
    <inkml:brush xml:id="br0">
      <inkml:brushProperty name="width" value="0.1" units="cm"/>
      <inkml:brushProperty name="height" value="0.1" units="cm"/>
      <inkml:brushProperty name="color" value="#E71224"/>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0:45:31.245"/>
    </inkml:context>
    <inkml:brush xml:id="br0">
      <inkml:brushProperty name="width" value="0.1" units="cm"/>
      <inkml:brushProperty name="height" value="0.1" units="cm"/>
      <inkml:brushProperty name="color" value="#E71224"/>
    </inkml:brush>
  </inkml:definitions>
  <inkml:trace contextRef="#ctx0" brushRef="#br0">122 0 24575,'2'140'0,"-5"145"0,0-260 0,-1 0 0,-2-1 0,0 1 0,-1-1 0,-19 40 0,12-32 0,-17 67 0,16-28-1365,7-44-5461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0:45:41.447"/>
    </inkml:context>
    <inkml:brush xml:id="br0">
      <inkml:brushProperty name="width" value="0.1" units="cm"/>
      <inkml:brushProperty name="height" value="0.1" units="cm"/>
      <inkml:brushProperty name="color" value="#E71224"/>
    </inkml:brush>
  </inkml:definitions>
  <inkml:trace contextRef="#ctx0" brushRef="#br0">3650 0 24575,'-7'1'0,"0"0"0,0 0 0,0 1 0,0 0 0,0 0 0,0 1 0,1 0 0,-1 0 0,1 0 0,0 1 0,-10 8 0,-4 4 0,-35 35 0,48-43 0,0-1 0,0 0 0,-1 0 0,0 0 0,0-1 0,-1 0 0,1 0 0,-1-1 0,-1 0 0,1-1 0,-1 0 0,0-1 0,-16 4 0,-7 0 0,0 0 0,1 2 0,0 1 0,-50 25 0,27 0 0,46-27 0,-1-1 0,0 0 0,0-1 0,-1 0 0,-19 7 0,-16-1 0,-53 7 0,32-7 0,51-8 0,-1 1 0,-16 8 0,-34 9 0,26-14 0,1 1 0,0 2 0,-75 33 0,66-20 0,-49 23 0,66-34 0,13-5 0,0 0 0,-1-2 0,-24 6 0,16-8 0,19-4 0,0 1 0,1 1 0,-1-1 0,0 1 0,1 1 0,0 0 0,-1 0 0,1 0 0,0 1 0,0 0 0,-10 8 0,0 5 0,0-1 0,-1-2 0,0 0 0,-1 0 0,-1-2 0,0-1 0,0 0 0,-1-2 0,-1 0 0,1-2 0,-1 0 0,-1-2 0,-45 6 0,46-8 0,0 1 0,0 1 0,0 1 0,1 1 0,-39 18 0,51-21 0,-13 4 0,0-2 0,0 0 0,-46 4 0,37-5 0,-45 11 0,-7 3 0,-16 4 0,89-19 0,0 0 0,0 0 0,0 1 0,1 1 0,0 0 0,-14 10 0,-139 94 0,83-60 0,57-37 0,-1-1 0,0-2 0,-1 0 0,0-1 0,-34 6 0,-50 19 0,44-16 0,55-17 0,0 1 0,0 1 0,0 0 0,0 0 0,0 1 0,1 0 0,0 0 0,0 1 0,-17 12 0,-81 65 110,71-56-848,-42 38 1,53-39-6089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0:45:49.462"/>
    </inkml:context>
    <inkml:brush xml:id="br0">
      <inkml:brushProperty name="width" value="0.1" units="cm"/>
      <inkml:brushProperty name="height" value="0.1" units="cm"/>
      <inkml:brushProperty name="color" value="#E71224"/>
    </inkml:brush>
  </inkml:definitions>
  <inkml:trace contextRef="#ctx0" brushRef="#br0">1682 5 24575,'12'0'0,"0"1"0,0 1 0,0 0 0,0 0 0,-1 2 0,1-1 0,-1 1 0,16 8 0,-2 1 0,-1 2 0,34 26 0,-32-24 0,38 20 0,-39-24 0,-1 1 0,31 25 0,-45-32 0,-1 1 0,0 0 0,-1 1 0,0 0 0,0 0 0,-1 0 0,0 1 0,0 0 0,-1 1 0,-1 0 0,0-1 0,0 2 0,-1-1 0,5 21 0,1 22 0,-6-30 0,1-1 0,12 36 0,-9-36 0,-2-1 0,0 1 0,-1 0 0,2 47 0,-7 95 0,-2-88 0,2-62 0,0 0 0,-2 0 0,0-1 0,-7 26 0,7-33 0,0 0 0,-1-1 0,0 0 0,0 0 0,0 0 0,-1 0 0,0 0 0,-1-1 0,1 0 0,-1 0 0,0 0 0,-8 7 0,-2 0 0,1 1 0,-18 21 0,19-19 0,-1 0 0,-21 16 0,-98 64 0,102-74 0,-1-1 0,-2-1 0,-42 17 0,58-30 0,0-1 0,0-1 0,0 0 0,0-2 0,-21 1 0,-96-5 0,58 0 0,-969 1 0,1034 1 0,-1 0 0,0-1 0,0-1 0,1 0 0,-1 0 0,1-1 0,-1-1 0,1 0 0,0-1 0,0 0 0,1-1 0,0 0 0,0 0 0,0-2 0,1 1 0,0-1 0,0-1 0,1 0 0,0 0 0,1-1 0,-14-20 0,0-9 0,3-2 0,1 0 0,2-2 0,1 1 0,-15-86 0,23 76 0,3-1 0,2 1 0,6-58 0,-2 9 0,-3 33 0,1-49 0,1 103 0,1-1 0,0 1 0,1 0 0,0-1 0,10-21 0,-11 30 0,1 1 0,0 0 0,0 0 0,1 1 0,-1-1 0,1 1 0,0 0 0,0-1 0,1 2 0,-1-1 0,1 0 0,8-4 0,5-1 0,1 0 0,23-8 0,-10 5 0,155-81 0,-155 77 0,0 1 0,1 3 0,42-12 0,6-2 0,-50 16 0,0 2 0,0 1 0,1 2 0,51-3 0,134 9 0,-91 3 0,143-4-1365,-230 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5T10:46:19.687"/>
    </inkml:context>
    <inkml:brush xml:id="br0">
      <inkml:brushProperty name="width" value="0.1" units="cm"/>
      <inkml:brushProperty name="height" value="0.1" units="cm"/>
      <inkml:brushProperty name="color" value="#E7122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B7745-5391-477F-8AE8-1136866A9302}" type="datetimeFigureOut">
              <a:rPr lang="es-ES" smtClean="0"/>
              <a:t>07/01/2026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806F1A-BC72-4B4D-B94E-9BE432BE5415}" type="slidenum">
              <a:rPr lang="es-ES" smtClean="0"/>
              <a:t>‹#›</a:t>
            </a:fld>
            <a:endParaRPr lang="es-ES"/>
          </a:p>
        </p:txBody>
      </p:sp>
    </p:spTree>
    <p:extLst>
      <p:ext uri="{BB962C8B-B14F-4D97-AF65-F5344CB8AC3E}">
        <p14:creationId xmlns:p14="http://schemas.microsoft.com/office/powerpoint/2010/main" val="298168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44806F1A-BC72-4B4D-B94E-9BE432BE5415}" type="slidenum">
              <a:rPr lang="es-ES" smtClean="0"/>
              <a:t>4</a:t>
            </a:fld>
            <a:endParaRPr lang="es-ES"/>
          </a:p>
        </p:txBody>
      </p:sp>
    </p:spTree>
    <p:extLst>
      <p:ext uri="{BB962C8B-B14F-4D97-AF65-F5344CB8AC3E}">
        <p14:creationId xmlns:p14="http://schemas.microsoft.com/office/powerpoint/2010/main" val="1223514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3C2F7B-537C-4500-BF1F-DDEBE70AF5A2}" type="datetimeFigureOut">
              <a:rPr lang="es-ES" smtClean="0"/>
              <a:t>07/01/2026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3604005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3C2F7B-537C-4500-BF1F-DDEBE70AF5A2}" type="datetimeFigureOut">
              <a:rPr lang="es-ES" smtClean="0"/>
              <a:t>07/01/2026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2402282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3C2F7B-537C-4500-BF1F-DDEBE70AF5A2}" type="datetimeFigureOut">
              <a:rPr lang="es-ES" smtClean="0"/>
              <a:t>07/01/2026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720816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3C2F7B-537C-4500-BF1F-DDEBE70AF5A2}" type="datetimeFigureOut">
              <a:rPr lang="es-ES" smtClean="0"/>
              <a:t>07/01/2026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3142599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3C2F7B-537C-4500-BF1F-DDEBE70AF5A2}" type="datetimeFigureOut">
              <a:rPr lang="es-ES" smtClean="0"/>
              <a:t>07/01/2026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2233719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3C2F7B-537C-4500-BF1F-DDEBE70AF5A2}" type="datetimeFigureOut">
              <a:rPr lang="es-ES" smtClean="0"/>
              <a:t>07/01/2026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1951453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3C2F7B-537C-4500-BF1F-DDEBE70AF5A2}" type="datetimeFigureOut">
              <a:rPr lang="es-ES" smtClean="0"/>
              <a:t>07/01/2026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1513236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3C2F7B-537C-4500-BF1F-DDEBE70AF5A2}" type="datetimeFigureOut">
              <a:rPr lang="es-ES" smtClean="0"/>
              <a:t>07/01/2026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4261320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3C2F7B-537C-4500-BF1F-DDEBE70AF5A2}" type="datetimeFigureOut">
              <a:rPr lang="es-ES" smtClean="0"/>
              <a:t>07/01/2026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1200505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3C2F7B-537C-4500-BF1F-DDEBE70AF5A2}" type="datetimeFigureOut">
              <a:rPr lang="es-ES" smtClean="0"/>
              <a:t>07/01/2026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1112811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3C2F7B-537C-4500-BF1F-DDEBE70AF5A2}" type="datetimeFigureOut">
              <a:rPr lang="es-ES" smtClean="0"/>
              <a:t>07/01/2026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186104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3C2F7B-537C-4500-BF1F-DDEBE70AF5A2}" type="datetimeFigureOut">
              <a:rPr lang="es-ES" smtClean="0"/>
              <a:t>07/01/2026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CDF74C9-6FB5-4621-B7DC-E9E2DB2ABB0E}" type="slidenum">
              <a:rPr lang="es-ES" smtClean="0"/>
              <a:t>‹#›</a:t>
            </a:fld>
            <a:endParaRPr lang="es-E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75493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3C2F7B-537C-4500-BF1F-DDEBE70AF5A2}" type="datetimeFigureOut">
              <a:rPr lang="es-ES" smtClean="0"/>
              <a:t>07/01/2026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41850382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A3C2F7B-537C-4500-BF1F-DDEBE70AF5A2}" type="datetimeFigureOut">
              <a:rPr lang="es-ES" smtClean="0"/>
              <a:t>07/01/2026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2152371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A3C2F7B-537C-4500-BF1F-DDEBE70AF5A2}" type="datetimeFigureOut">
              <a:rPr lang="es-ES" smtClean="0"/>
              <a:t>07/01/2026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39411691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3C2F7B-537C-4500-BF1F-DDEBE70AF5A2}" type="datetimeFigureOut">
              <a:rPr lang="es-ES" smtClean="0"/>
              <a:t>07/01/2026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37831475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3C2F7B-537C-4500-BF1F-DDEBE70AF5A2}" type="datetimeFigureOut">
              <a:rPr lang="es-ES" smtClean="0"/>
              <a:t>07/01/2026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CDF74C9-6FB5-4621-B7DC-E9E2DB2ABB0E}" type="slidenum">
              <a:rPr lang="es-ES" smtClean="0"/>
              <a:t>‹#›</a:t>
            </a:fld>
            <a:endParaRPr lang="es-ES"/>
          </a:p>
        </p:txBody>
      </p:sp>
    </p:spTree>
    <p:extLst>
      <p:ext uri="{BB962C8B-B14F-4D97-AF65-F5344CB8AC3E}">
        <p14:creationId xmlns:p14="http://schemas.microsoft.com/office/powerpoint/2010/main" val="1951028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6A3C2F7B-537C-4500-BF1F-DDEBE70AF5A2}" type="datetimeFigureOut">
              <a:rPr lang="es-ES" smtClean="0"/>
              <a:t>07/01/2026</a:t>
            </a:fld>
            <a:endParaRPr lang="es-E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s-E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CDF74C9-6FB5-4621-B7DC-E9E2DB2ABB0E}" type="slidenum">
              <a:rPr lang="es-ES" smtClean="0"/>
              <a:t>‹#›</a:t>
            </a:fld>
            <a:endParaRPr lang="es-ES"/>
          </a:p>
        </p:txBody>
      </p:sp>
    </p:spTree>
    <p:extLst>
      <p:ext uri="{BB962C8B-B14F-4D97-AF65-F5344CB8AC3E}">
        <p14:creationId xmlns:p14="http://schemas.microsoft.com/office/powerpoint/2010/main" val="419504447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70.png"/><Relationship Id="rId17" Type="http://schemas.openxmlformats.org/officeDocument/2006/relationships/customXml" Target="../ink/ink8.xml"/><Relationship Id="rId2" Type="http://schemas.openxmlformats.org/officeDocument/2006/relationships/image" Target="../media/image7.png"/><Relationship Id="rId16"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60.png"/><Relationship Id="rId4" Type="http://schemas.openxmlformats.org/officeDocument/2006/relationships/image" Target="../media/image30.png"/><Relationship Id="rId9" Type="http://schemas.openxmlformats.org/officeDocument/2006/relationships/customXml" Target="../ink/ink4.xml"/><Relationship Id="rId1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8CE816-90D2-220C-579B-2E51084401C6}"/>
              </a:ext>
            </a:extLst>
          </p:cNvPr>
          <p:cNvSpPr>
            <a:spLocks noGrp="1"/>
          </p:cNvSpPr>
          <p:nvPr>
            <p:ph type="ctrTitle"/>
          </p:nvPr>
        </p:nvSpPr>
        <p:spPr>
          <a:xfrm>
            <a:off x="128016" y="1118808"/>
            <a:ext cx="5967984" cy="4747683"/>
          </a:xfrm>
        </p:spPr>
        <p:txBody>
          <a:bodyPr vert="horz" lIns="91440" tIns="45720" rIns="91440" bIns="45720" rtlCol="0" anchor="ctr">
            <a:normAutofit/>
          </a:bodyPr>
          <a:lstStyle/>
          <a:p>
            <a:pPr algn="l"/>
            <a:r>
              <a:rPr lang="en-US" sz="4800" dirty="0"/>
              <a:t>ARCHITECTURAL EVALUATION: EXAMS MODULE 1 </a:t>
            </a:r>
          </a:p>
        </p:txBody>
      </p:sp>
      <p:sp>
        <p:nvSpPr>
          <p:cNvPr id="3" name="Subtítulo 2">
            <a:extLst>
              <a:ext uri="{FF2B5EF4-FFF2-40B4-BE49-F238E27FC236}">
                <a16:creationId xmlns:a16="http://schemas.microsoft.com/office/drawing/2014/main" id="{E1B75CE3-D0D0-D9DA-4B45-6DDADDB1D0E0}"/>
              </a:ext>
            </a:extLst>
          </p:cNvPr>
          <p:cNvSpPr>
            <a:spLocks noGrp="1"/>
          </p:cNvSpPr>
          <p:nvPr>
            <p:ph type="subTitle" idx="1"/>
          </p:nvPr>
        </p:nvSpPr>
        <p:spPr>
          <a:xfrm>
            <a:off x="6498769" y="1118809"/>
            <a:ext cx="5049763" cy="4747681"/>
          </a:xfrm>
          <a:effectLst/>
        </p:spPr>
        <p:txBody>
          <a:bodyPr vert="horz" lIns="91440" tIns="45720" rIns="91440" bIns="45720" rtlCol="0" anchor="ctr">
            <a:normAutofit/>
          </a:bodyPr>
          <a:lstStyle/>
          <a:p>
            <a:pPr algn="l"/>
            <a:r>
              <a:rPr lang="en-US" b="1" dirty="0"/>
              <a:t>Iker</a:t>
            </a:r>
          </a:p>
          <a:p>
            <a:pPr algn="l"/>
            <a:r>
              <a:rPr lang="en-US" b="1" dirty="0"/>
              <a:t>Martin Mayembe</a:t>
            </a:r>
          </a:p>
          <a:p>
            <a:pPr algn="l"/>
            <a:r>
              <a:rPr lang="en-US" b="1" dirty="0"/>
              <a:t>Valentyn Kornilov</a:t>
            </a:r>
          </a:p>
          <a:p>
            <a:pPr algn="l"/>
            <a:r>
              <a:rPr lang="en-US" b="1" dirty="0"/>
              <a:t>Yash Mange</a:t>
            </a:r>
          </a:p>
          <a:p>
            <a:pPr algn="l"/>
            <a:r>
              <a:rPr lang="en-US" b="1" dirty="0"/>
              <a:t>Vladislav</a:t>
            </a:r>
          </a:p>
          <a:p>
            <a:pPr algn="l"/>
            <a:endParaRPr lang="en-US" b="1" dirty="0"/>
          </a:p>
        </p:txBody>
      </p:sp>
    </p:spTree>
    <p:extLst>
      <p:ext uri="{BB962C8B-B14F-4D97-AF65-F5344CB8AC3E}">
        <p14:creationId xmlns:p14="http://schemas.microsoft.com/office/powerpoint/2010/main" val="527988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F80A-071C-338C-291F-2AD14EF3B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47146-4EA1-AA67-17BB-5CA0BD57D447}"/>
              </a:ext>
            </a:extLst>
          </p:cNvPr>
          <p:cNvSpPr>
            <a:spLocks noGrp="1"/>
          </p:cNvSpPr>
          <p:nvPr>
            <p:ph type="title"/>
          </p:nvPr>
        </p:nvSpPr>
        <p:spPr>
          <a:xfrm>
            <a:off x="433086" y="0"/>
            <a:ext cx="5662913" cy="1325563"/>
          </a:xfrm>
        </p:spPr>
        <p:txBody>
          <a:bodyPr/>
          <a:lstStyle/>
          <a:p>
            <a:r>
              <a:rPr lang="en-001" dirty="0"/>
              <a:t>SECURITY </a:t>
            </a:r>
            <a:r>
              <a:rPr lang="en-US" dirty="0"/>
              <a:t>PROBLEM</a:t>
            </a:r>
            <a:br>
              <a:rPr lang="en-001" dirty="0"/>
            </a:br>
            <a:r>
              <a:rPr lang="en-001" sz="2000" dirty="0"/>
              <a:t>(Valentyn)</a:t>
            </a:r>
            <a:endParaRPr lang="en-US" sz="2000" dirty="0"/>
          </a:p>
        </p:txBody>
      </p:sp>
      <p:sp>
        <p:nvSpPr>
          <p:cNvPr id="3" name="Content Placeholder 2">
            <a:extLst>
              <a:ext uri="{FF2B5EF4-FFF2-40B4-BE49-F238E27FC236}">
                <a16:creationId xmlns:a16="http://schemas.microsoft.com/office/drawing/2014/main" id="{3275C814-2661-2F57-ADD4-4A961CB1C671}"/>
              </a:ext>
            </a:extLst>
          </p:cNvPr>
          <p:cNvSpPr>
            <a:spLocks noGrp="1"/>
          </p:cNvSpPr>
          <p:nvPr>
            <p:ph idx="1"/>
          </p:nvPr>
        </p:nvSpPr>
        <p:spPr>
          <a:xfrm>
            <a:off x="527860" y="1325563"/>
            <a:ext cx="5822092" cy="4916574"/>
          </a:xfrm>
        </p:spPr>
        <p:txBody>
          <a:bodyPr>
            <a:normAutofit/>
          </a:bodyPr>
          <a:lstStyle/>
          <a:p>
            <a:pPr marL="0" indent="0">
              <a:buNone/>
            </a:pPr>
            <a:r>
              <a:rPr lang="en-US" dirty="0"/>
              <a:t>An attacker</a:t>
            </a:r>
            <a:r>
              <a:rPr lang="en-001" dirty="0"/>
              <a:t> tries to modify the grades by</a:t>
            </a:r>
            <a:r>
              <a:rPr lang="en-US" dirty="0"/>
              <a:t> </a:t>
            </a:r>
            <a:r>
              <a:rPr lang="en-001" dirty="0"/>
              <a:t>sending </a:t>
            </a:r>
            <a:r>
              <a:rPr lang="en-US" dirty="0"/>
              <a:t>a grade edit request to Grading Management component.</a:t>
            </a:r>
            <a:endParaRPr lang="en-001" dirty="0"/>
          </a:p>
          <a:p>
            <a:pPr marL="0" indent="0">
              <a:buNone/>
            </a:pPr>
            <a:endParaRPr lang="en-001" dirty="0"/>
          </a:p>
          <a:p>
            <a:pPr marL="0" indent="0">
              <a:buNone/>
            </a:pPr>
            <a:r>
              <a:rPr lang="en-001" dirty="0"/>
              <a:t>Solution: </a:t>
            </a:r>
            <a:r>
              <a:rPr lang="en-US" dirty="0"/>
              <a:t>The </a:t>
            </a:r>
            <a:r>
              <a:rPr lang="en-001" dirty="0"/>
              <a:t>request </a:t>
            </a:r>
            <a:r>
              <a:rPr lang="en-US" dirty="0"/>
              <a:t>is detected, an attacker is not recognized as a teacher, notification is sent.</a:t>
            </a:r>
            <a:endParaRPr lang="en-001" dirty="0"/>
          </a:p>
          <a:p>
            <a:pPr marL="0" indent="0">
              <a:buNone/>
            </a:pPr>
            <a:endParaRPr lang="en-001" dirty="0"/>
          </a:p>
          <a:p>
            <a:pPr marL="0" indent="0">
              <a:buNone/>
            </a:pPr>
            <a:r>
              <a:rPr lang="en-US" dirty="0"/>
              <a:t>No architecture modification is needed because a notification is just being sent.</a:t>
            </a:r>
            <a:endParaRPr lang="en-001" dirty="0"/>
          </a:p>
        </p:txBody>
      </p:sp>
      <p:pic>
        <p:nvPicPr>
          <p:cNvPr id="13" name="Picture 12">
            <a:extLst>
              <a:ext uri="{FF2B5EF4-FFF2-40B4-BE49-F238E27FC236}">
                <a16:creationId xmlns:a16="http://schemas.microsoft.com/office/drawing/2014/main" id="{11C8A0D1-575D-4D21-5CD4-9B1DD20D63DA}"/>
              </a:ext>
            </a:extLst>
          </p:cNvPr>
          <p:cNvPicPr>
            <a:picLocks noChangeAspect="1"/>
          </p:cNvPicPr>
          <p:nvPr/>
        </p:nvPicPr>
        <p:blipFill>
          <a:blip r:embed="rId2"/>
          <a:stretch>
            <a:fillRect/>
          </a:stretch>
        </p:blipFill>
        <p:spPr>
          <a:xfrm>
            <a:off x="527860" y="5080572"/>
            <a:ext cx="11136279" cy="1581371"/>
          </a:xfrm>
          <a:prstGeom prst="rect">
            <a:avLst/>
          </a:prstGeom>
        </p:spPr>
      </p:pic>
      <p:sp>
        <p:nvSpPr>
          <p:cNvPr id="5" name="TextBox 4">
            <a:extLst>
              <a:ext uri="{FF2B5EF4-FFF2-40B4-BE49-F238E27FC236}">
                <a16:creationId xmlns:a16="http://schemas.microsoft.com/office/drawing/2014/main" id="{F41EE124-D96B-C268-F58D-A5B17826BB4A}"/>
              </a:ext>
            </a:extLst>
          </p:cNvPr>
          <p:cNvSpPr txBox="1"/>
          <p:nvPr/>
        </p:nvSpPr>
        <p:spPr>
          <a:xfrm>
            <a:off x="6785988" y="736048"/>
            <a:ext cx="5299008" cy="3693319"/>
          </a:xfrm>
          <a:prstGeom prst="rect">
            <a:avLst/>
          </a:prstGeom>
          <a:noFill/>
        </p:spPr>
        <p:txBody>
          <a:bodyPr wrap="square">
            <a:spAutoFit/>
          </a:bodyPr>
          <a:lstStyle/>
          <a:p>
            <a:r>
              <a:rPr lang="en-US" dirty="0"/>
              <a:t>Source of stimulus: Grading Management (unauthorized access)</a:t>
            </a:r>
            <a:endParaRPr lang="en-001" dirty="0"/>
          </a:p>
          <a:p>
            <a:endParaRPr lang="en-US" dirty="0"/>
          </a:p>
          <a:p>
            <a:r>
              <a:rPr lang="en-US" dirty="0"/>
              <a:t>Stimulus: Editing the grades with an unauthorized access</a:t>
            </a:r>
            <a:endParaRPr lang="en-001" dirty="0"/>
          </a:p>
          <a:p>
            <a:endParaRPr lang="en-US" dirty="0"/>
          </a:p>
          <a:p>
            <a:r>
              <a:rPr lang="en-US" dirty="0"/>
              <a:t>Environment: Run-time</a:t>
            </a:r>
          </a:p>
          <a:p>
            <a:endParaRPr lang="en-001" dirty="0"/>
          </a:p>
          <a:p>
            <a:r>
              <a:rPr lang="en-US" dirty="0"/>
              <a:t>Artifact: Persistence Adapter</a:t>
            </a:r>
            <a:endParaRPr lang="en-001" dirty="0"/>
          </a:p>
          <a:p>
            <a:endParaRPr lang="en-US" dirty="0"/>
          </a:p>
          <a:p>
            <a:r>
              <a:rPr lang="en-US" dirty="0"/>
              <a:t>Response: Unauthorized access detected</a:t>
            </a:r>
            <a:endParaRPr lang="en-001" dirty="0"/>
          </a:p>
          <a:p>
            <a:endParaRPr lang="en-US" dirty="0"/>
          </a:p>
          <a:p>
            <a:r>
              <a:rPr lang="en-US" dirty="0"/>
              <a:t>Measure: Notification is sent</a:t>
            </a:r>
            <a:endParaRPr lang="en-001" dirty="0"/>
          </a:p>
        </p:txBody>
      </p:sp>
    </p:spTree>
    <p:extLst>
      <p:ext uri="{BB962C8B-B14F-4D97-AF65-F5344CB8AC3E}">
        <p14:creationId xmlns:p14="http://schemas.microsoft.com/office/powerpoint/2010/main" val="1245900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F0CC7-8071-6FF2-1A2D-CA044F5ECA70}"/>
              </a:ext>
            </a:extLst>
          </p:cNvPr>
          <p:cNvSpPr>
            <a:spLocks noGrp="1"/>
          </p:cNvSpPr>
          <p:nvPr>
            <p:ph type="title"/>
          </p:nvPr>
        </p:nvSpPr>
        <p:spPr/>
        <p:txBody>
          <a:bodyPr/>
          <a:lstStyle/>
          <a:p>
            <a:endParaRPr lang="en-001"/>
          </a:p>
        </p:txBody>
      </p:sp>
      <p:sp>
        <p:nvSpPr>
          <p:cNvPr id="3" name="Content Placeholder 2">
            <a:extLst>
              <a:ext uri="{FF2B5EF4-FFF2-40B4-BE49-F238E27FC236}">
                <a16:creationId xmlns:a16="http://schemas.microsoft.com/office/drawing/2014/main" id="{FE003C02-2DC2-7A9E-2EAD-351C47E7D582}"/>
              </a:ext>
            </a:extLst>
          </p:cNvPr>
          <p:cNvSpPr>
            <a:spLocks noGrp="1"/>
          </p:cNvSpPr>
          <p:nvPr>
            <p:ph idx="1"/>
          </p:nvPr>
        </p:nvSpPr>
        <p:spPr/>
        <p:txBody>
          <a:bodyPr/>
          <a:lstStyle/>
          <a:p>
            <a:endParaRPr lang="en-001"/>
          </a:p>
        </p:txBody>
      </p:sp>
      <p:pic>
        <p:nvPicPr>
          <p:cNvPr id="5" name="Picture 4">
            <a:extLst>
              <a:ext uri="{FF2B5EF4-FFF2-40B4-BE49-F238E27FC236}">
                <a16:creationId xmlns:a16="http://schemas.microsoft.com/office/drawing/2014/main" id="{2C1C7190-0ED2-522C-BBC2-E294EDC171D9}"/>
              </a:ext>
            </a:extLst>
          </p:cNvPr>
          <p:cNvPicPr>
            <a:picLocks noChangeAspect="1"/>
          </p:cNvPicPr>
          <p:nvPr/>
        </p:nvPicPr>
        <p:blipFill>
          <a:blip r:embed="rId2"/>
          <a:stretch>
            <a:fillRect/>
          </a:stretch>
        </p:blipFill>
        <p:spPr>
          <a:xfrm>
            <a:off x="0" y="0"/>
            <a:ext cx="12192000" cy="6857999"/>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9DB232F3-C777-45C4-5D8A-F214BA04B058}"/>
                  </a:ext>
                </a:extLst>
              </p14:cNvPr>
              <p14:cNvContentPartPr/>
              <p14:nvPr/>
            </p14:nvContentPartPr>
            <p14:xfrm>
              <a:off x="6487100" y="2558045"/>
              <a:ext cx="1588320" cy="1032840"/>
            </p14:xfrm>
          </p:contentPart>
        </mc:Choice>
        <mc:Fallback xmlns="">
          <p:pic>
            <p:nvPicPr>
              <p:cNvPr id="7" name="Ink 6">
                <a:extLst>
                  <a:ext uri="{FF2B5EF4-FFF2-40B4-BE49-F238E27FC236}">
                    <a16:creationId xmlns:a16="http://schemas.microsoft.com/office/drawing/2014/main" id="{9DB232F3-C777-45C4-5D8A-F214BA04B058}"/>
                  </a:ext>
                </a:extLst>
              </p:cNvPr>
              <p:cNvPicPr/>
              <p:nvPr/>
            </p:nvPicPr>
            <p:blipFill>
              <a:blip r:embed="rId4"/>
              <a:stretch>
                <a:fillRect/>
              </a:stretch>
            </p:blipFill>
            <p:spPr>
              <a:xfrm>
                <a:off x="6469460" y="2540045"/>
                <a:ext cx="1623960" cy="1068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9D43A3EB-A922-141D-A4B8-B0FBE552064C}"/>
                  </a:ext>
                </a:extLst>
              </p14:cNvPr>
              <p14:cNvContentPartPr/>
              <p14:nvPr/>
            </p14:nvContentPartPr>
            <p14:xfrm>
              <a:off x="4016420" y="4522925"/>
              <a:ext cx="1490760" cy="935280"/>
            </p14:xfrm>
          </p:contentPart>
        </mc:Choice>
        <mc:Fallback xmlns="">
          <p:pic>
            <p:nvPicPr>
              <p:cNvPr id="9" name="Ink 8">
                <a:extLst>
                  <a:ext uri="{FF2B5EF4-FFF2-40B4-BE49-F238E27FC236}">
                    <a16:creationId xmlns:a16="http://schemas.microsoft.com/office/drawing/2014/main" id="{9D43A3EB-A922-141D-A4B8-B0FBE552064C}"/>
                  </a:ext>
                </a:extLst>
              </p:cNvPr>
              <p:cNvPicPr/>
              <p:nvPr/>
            </p:nvPicPr>
            <p:blipFill>
              <a:blip r:embed="rId6"/>
              <a:stretch>
                <a:fillRect/>
              </a:stretch>
            </p:blipFill>
            <p:spPr>
              <a:xfrm>
                <a:off x="3998780" y="4504925"/>
                <a:ext cx="1526400" cy="970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8E755EB7-AAA1-0B7C-3273-5A659ECD1E27}"/>
                  </a:ext>
                </a:extLst>
              </p14:cNvPr>
              <p14:cNvContentPartPr/>
              <p14:nvPr/>
            </p14:nvContentPartPr>
            <p14:xfrm>
              <a:off x="4016780" y="4542725"/>
              <a:ext cx="360" cy="50760"/>
            </p14:xfrm>
          </p:contentPart>
        </mc:Choice>
        <mc:Fallback xmlns="">
          <p:pic>
            <p:nvPicPr>
              <p:cNvPr id="13" name="Ink 12">
                <a:extLst>
                  <a:ext uri="{FF2B5EF4-FFF2-40B4-BE49-F238E27FC236}">
                    <a16:creationId xmlns:a16="http://schemas.microsoft.com/office/drawing/2014/main" id="{8E755EB7-AAA1-0B7C-3273-5A659ECD1E27}"/>
                  </a:ext>
                </a:extLst>
              </p:cNvPr>
              <p:cNvPicPr/>
              <p:nvPr/>
            </p:nvPicPr>
            <p:blipFill>
              <a:blip r:embed="rId8"/>
              <a:stretch>
                <a:fillRect/>
              </a:stretch>
            </p:blipFill>
            <p:spPr>
              <a:xfrm>
                <a:off x="3999140" y="4524725"/>
                <a:ext cx="3600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2C9D63BF-D432-F027-A00F-ADBD55BE6D1B}"/>
                  </a:ext>
                </a:extLst>
              </p14:cNvPr>
              <p14:cNvContentPartPr/>
              <p14:nvPr/>
            </p14:nvContentPartPr>
            <p14:xfrm>
              <a:off x="6595100" y="2607005"/>
              <a:ext cx="360" cy="360"/>
            </p14:xfrm>
          </p:contentPart>
        </mc:Choice>
        <mc:Fallback xmlns="">
          <p:pic>
            <p:nvPicPr>
              <p:cNvPr id="14" name="Ink 13">
                <a:extLst>
                  <a:ext uri="{FF2B5EF4-FFF2-40B4-BE49-F238E27FC236}">
                    <a16:creationId xmlns:a16="http://schemas.microsoft.com/office/drawing/2014/main" id="{2C9D63BF-D432-F027-A00F-ADBD55BE6D1B}"/>
                  </a:ext>
                </a:extLst>
              </p:cNvPr>
              <p:cNvPicPr/>
              <p:nvPr/>
            </p:nvPicPr>
            <p:blipFill>
              <a:blip r:embed="rId10"/>
              <a:stretch>
                <a:fillRect/>
              </a:stretch>
            </p:blipFill>
            <p:spPr>
              <a:xfrm>
                <a:off x="6577460" y="258900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FFA2B420-EF32-C3F2-52A5-60C1C5F77F45}"/>
                  </a:ext>
                </a:extLst>
              </p14:cNvPr>
              <p14:cNvContentPartPr/>
              <p14:nvPr/>
            </p14:nvContentPartPr>
            <p14:xfrm>
              <a:off x="7193420" y="3569645"/>
              <a:ext cx="44640" cy="302760"/>
            </p14:xfrm>
          </p:contentPart>
        </mc:Choice>
        <mc:Fallback xmlns="">
          <p:pic>
            <p:nvPicPr>
              <p:cNvPr id="16" name="Ink 15">
                <a:extLst>
                  <a:ext uri="{FF2B5EF4-FFF2-40B4-BE49-F238E27FC236}">
                    <a16:creationId xmlns:a16="http://schemas.microsoft.com/office/drawing/2014/main" id="{FFA2B420-EF32-C3F2-52A5-60C1C5F77F45}"/>
                  </a:ext>
                </a:extLst>
              </p:cNvPr>
              <p:cNvPicPr/>
              <p:nvPr/>
            </p:nvPicPr>
            <p:blipFill>
              <a:blip r:embed="rId12"/>
              <a:stretch>
                <a:fillRect/>
              </a:stretch>
            </p:blipFill>
            <p:spPr>
              <a:xfrm>
                <a:off x="7175780" y="3551645"/>
                <a:ext cx="8028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F9503393-C4AD-77D7-8EC0-AE3FC8C827D2}"/>
                  </a:ext>
                </a:extLst>
              </p14:cNvPr>
              <p14:cNvContentPartPr/>
              <p14:nvPr/>
            </p14:nvContentPartPr>
            <p14:xfrm>
              <a:off x="5534180" y="4114325"/>
              <a:ext cx="1314000" cy="550080"/>
            </p14:xfrm>
          </p:contentPart>
        </mc:Choice>
        <mc:Fallback xmlns="">
          <p:pic>
            <p:nvPicPr>
              <p:cNvPr id="19" name="Ink 18">
                <a:extLst>
                  <a:ext uri="{FF2B5EF4-FFF2-40B4-BE49-F238E27FC236}">
                    <a16:creationId xmlns:a16="http://schemas.microsoft.com/office/drawing/2014/main" id="{F9503393-C4AD-77D7-8EC0-AE3FC8C827D2}"/>
                  </a:ext>
                </a:extLst>
              </p:cNvPr>
              <p:cNvPicPr/>
              <p:nvPr/>
            </p:nvPicPr>
            <p:blipFill>
              <a:blip r:embed="rId14"/>
              <a:stretch>
                <a:fillRect/>
              </a:stretch>
            </p:blipFill>
            <p:spPr>
              <a:xfrm>
                <a:off x="5516540" y="4096325"/>
                <a:ext cx="1349640" cy="5857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0" name="Ink 19">
                <a:extLst>
                  <a:ext uri="{FF2B5EF4-FFF2-40B4-BE49-F238E27FC236}">
                    <a16:creationId xmlns:a16="http://schemas.microsoft.com/office/drawing/2014/main" id="{26D9AF15-2338-013C-C94F-A998DA4DFF6C}"/>
                  </a:ext>
                </a:extLst>
              </p14:cNvPr>
              <p14:cNvContentPartPr/>
              <p14:nvPr/>
            </p14:nvContentPartPr>
            <p14:xfrm>
              <a:off x="6660980" y="3752885"/>
              <a:ext cx="820800" cy="529200"/>
            </p14:xfrm>
          </p:contentPart>
        </mc:Choice>
        <mc:Fallback xmlns="">
          <p:pic>
            <p:nvPicPr>
              <p:cNvPr id="20" name="Ink 19">
                <a:extLst>
                  <a:ext uri="{FF2B5EF4-FFF2-40B4-BE49-F238E27FC236}">
                    <a16:creationId xmlns:a16="http://schemas.microsoft.com/office/drawing/2014/main" id="{26D9AF15-2338-013C-C94F-A998DA4DFF6C}"/>
                  </a:ext>
                </a:extLst>
              </p:cNvPr>
              <p:cNvPicPr/>
              <p:nvPr/>
            </p:nvPicPr>
            <p:blipFill>
              <a:blip r:embed="rId16"/>
              <a:stretch>
                <a:fillRect/>
              </a:stretch>
            </p:blipFill>
            <p:spPr>
              <a:xfrm>
                <a:off x="6642980" y="3734885"/>
                <a:ext cx="856440" cy="564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1" name="Ink 20">
                <a:extLst>
                  <a:ext uri="{FF2B5EF4-FFF2-40B4-BE49-F238E27FC236}">
                    <a16:creationId xmlns:a16="http://schemas.microsoft.com/office/drawing/2014/main" id="{24294F88-D4EB-4A6C-9872-98481925EDE7}"/>
                  </a:ext>
                </a:extLst>
              </p14:cNvPr>
              <p14:cNvContentPartPr/>
              <p14:nvPr/>
            </p14:nvContentPartPr>
            <p14:xfrm>
              <a:off x="13073660" y="3200285"/>
              <a:ext cx="360" cy="360"/>
            </p14:xfrm>
          </p:contentPart>
        </mc:Choice>
        <mc:Fallback xmlns="">
          <p:pic>
            <p:nvPicPr>
              <p:cNvPr id="21" name="Ink 20">
                <a:extLst>
                  <a:ext uri="{FF2B5EF4-FFF2-40B4-BE49-F238E27FC236}">
                    <a16:creationId xmlns:a16="http://schemas.microsoft.com/office/drawing/2014/main" id="{24294F88-D4EB-4A6C-9872-98481925EDE7}"/>
                  </a:ext>
                </a:extLst>
              </p:cNvPr>
              <p:cNvPicPr/>
              <p:nvPr/>
            </p:nvPicPr>
            <p:blipFill>
              <a:blip r:embed="rId10"/>
              <a:stretch>
                <a:fillRect/>
              </a:stretch>
            </p:blipFill>
            <p:spPr>
              <a:xfrm>
                <a:off x="13056020" y="3182285"/>
                <a:ext cx="36000" cy="36000"/>
              </a:xfrm>
              <a:prstGeom prst="rect">
                <a:avLst/>
              </a:prstGeom>
            </p:spPr>
          </p:pic>
        </mc:Fallback>
      </mc:AlternateContent>
    </p:spTree>
    <p:extLst>
      <p:ext uri="{BB962C8B-B14F-4D97-AF65-F5344CB8AC3E}">
        <p14:creationId xmlns:p14="http://schemas.microsoft.com/office/powerpoint/2010/main" val="3801917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21B85E-EBD2-1B74-80F4-65FA52FCDA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44D783-E63C-0F9B-BE3D-8C8414FFF3B7}"/>
              </a:ext>
            </a:extLst>
          </p:cNvPr>
          <p:cNvSpPr>
            <a:spLocks noGrp="1"/>
          </p:cNvSpPr>
          <p:nvPr>
            <p:ph type="title"/>
          </p:nvPr>
        </p:nvSpPr>
        <p:spPr>
          <a:xfrm>
            <a:off x="640080" y="329184"/>
            <a:ext cx="6894576" cy="1783080"/>
          </a:xfrm>
        </p:spPr>
        <p:txBody>
          <a:bodyPr anchor="b">
            <a:normAutofit/>
          </a:bodyPr>
          <a:lstStyle/>
          <a:p>
            <a:pPr algn="l"/>
            <a:r>
              <a:rPr lang="es-ES" sz="5400" dirty="0"/>
              <a:t>AVALABILITY PROBLEM: ISSUE</a:t>
            </a:r>
          </a:p>
        </p:txBody>
      </p:sp>
      <p:sp>
        <p:nvSpPr>
          <p:cNvPr id="3" name="Marcador de contenido 2">
            <a:extLst>
              <a:ext uri="{FF2B5EF4-FFF2-40B4-BE49-F238E27FC236}">
                <a16:creationId xmlns:a16="http://schemas.microsoft.com/office/drawing/2014/main" id="{ADEC5E53-9844-16DF-46F8-30A6E8DD1804}"/>
              </a:ext>
            </a:extLst>
          </p:cNvPr>
          <p:cNvSpPr>
            <a:spLocks noGrp="1"/>
          </p:cNvSpPr>
          <p:nvPr>
            <p:ph idx="1"/>
          </p:nvPr>
        </p:nvSpPr>
        <p:spPr>
          <a:xfrm>
            <a:off x="640080" y="2706624"/>
            <a:ext cx="6894576" cy="3483864"/>
          </a:xfrm>
        </p:spPr>
        <p:txBody>
          <a:bodyPr>
            <a:normAutofit fontScale="92500" lnSpcReduction="10000"/>
          </a:bodyPr>
          <a:lstStyle/>
          <a:p>
            <a:r>
              <a:rPr lang="en-GB" sz="2000"/>
              <a:t>After having the exams corrected, the teacher uploads the grading marks to the system, and within 15 minutes, the systems must make it available to check for the student. When this does not happen, there is an issue.</a:t>
            </a:r>
            <a:endParaRPr lang="en-GB" sz="2000" noProof="0"/>
          </a:p>
          <a:p>
            <a:r>
              <a:rPr lang="en-GB" sz="2000" noProof="0"/>
              <a:t>Involved Users: Student, Teacher</a:t>
            </a:r>
          </a:p>
          <a:p>
            <a:r>
              <a:rPr lang="es-ES" sz="2000"/>
              <a:t>Afected System Parts: In Backend API:</a:t>
            </a:r>
          </a:p>
          <a:p>
            <a:pPr lvl="1"/>
            <a:r>
              <a:rPr lang="es-ES" sz="2000"/>
              <a:t>Grading Management Container, Persistent Adapter, Result Viewing, Notification Adapter</a:t>
            </a:r>
          </a:p>
          <a:p>
            <a:pPr marL="0" indent="0">
              <a:buNone/>
            </a:pPr>
            <a:r>
              <a:rPr lang="es-ES" sz="2000"/>
              <a:t>    In Web Application:</a:t>
            </a:r>
          </a:p>
          <a:p>
            <a:pPr lvl="1"/>
            <a:r>
              <a:rPr lang="es-ES" sz="2000"/>
              <a:t>Results View</a:t>
            </a:r>
          </a:p>
        </p:txBody>
      </p:sp>
      <p:pic>
        <p:nvPicPr>
          <p:cNvPr id="6" name="Imagen 5" descr="Diagrama&#10;&#10;El contenido generado por IA puede ser incorrecto.">
            <a:extLst>
              <a:ext uri="{FF2B5EF4-FFF2-40B4-BE49-F238E27FC236}">
                <a16:creationId xmlns:a16="http://schemas.microsoft.com/office/drawing/2014/main" id="{5AF782F3-3471-5D94-42D3-EB82D0872B8A}"/>
              </a:ext>
            </a:extLst>
          </p:cNvPr>
          <p:cNvPicPr>
            <a:picLocks noChangeAspect="1"/>
          </p:cNvPicPr>
          <p:nvPr/>
        </p:nvPicPr>
        <p:blipFill>
          <a:blip r:embed="rId3"/>
          <a:stretch>
            <a:fillRect/>
          </a:stretch>
        </p:blipFill>
        <p:spPr>
          <a:xfrm>
            <a:off x="8151665" y="329183"/>
            <a:ext cx="3438565" cy="3429969"/>
          </a:xfrm>
          <a:prstGeom prst="rect">
            <a:avLst/>
          </a:prstGeom>
        </p:spPr>
      </p:pic>
      <p:pic>
        <p:nvPicPr>
          <p:cNvPr id="8" name="Imagen 7" descr="Diagrama&#10;&#10;El contenido generado por IA puede ser incorrecto.">
            <a:extLst>
              <a:ext uri="{FF2B5EF4-FFF2-40B4-BE49-F238E27FC236}">
                <a16:creationId xmlns:a16="http://schemas.microsoft.com/office/drawing/2014/main" id="{C08C081E-6687-7FC9-07B6-5A19C24E4E5A}"/>
              </a:ext>
            </a:extLst>
          </p:cNvPr>
          <p:cNvPicPr>
            <a:picLocks noChangeAspect="1"/>
          </p:cNvPicPr>
          <p:nvPr/>
        </p:nvPicPr>
        <p:blipFill>
          <a:blip r:embed="rId4"/>
          <a:stretch>
            <a:fillRect/>
          </a:stretch>
        </p:blipFill>
        <p:spPr>
          <a:xfrm>
            <a:off x="7131064" y="4349352"/>
            <a:ext cx="5057888" cy="2174892"/>
          </a:xfrm>
          <a:prstGeom prst="rect">
            <a:avLst/>
          </a:prstGeom>
        </p:spPr>
      </p:pic>
    </p:spTree>
    <p:extLst>
      <p:ext uri="{BB962C8B-B14F-4D97-AF65-F5344CB8AC3E}">
        <p14:creationId xmlns:p14="http://schemas.microsoft.com/office/powerpoint/2010/main" val="1693471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C071F6-FDDA-86C5-2822-DDACCAE15B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8735FA2-12C4-F31F-0C81-B341109AEFAC}"/>
              </a:ext>
            </a:extLst>
          </p:cNvPr>
          <p:cNvSpPr>
            <a:spLocks noGrp="1"/>
          </p:cNvSpPr>
          <p:nvPr>
            <p:ph type="title"/>
          </p:nvPr>
        </p:nvSpPr>
        <p:spPr>
          <a:xfrm>
            <a:off x="630936" y="219456"/>
            <a:ext cx="5879592" cy="1481328"/>
          </a:xfrm>
        </p:spPr>
        <p:txBody>
          <a:bodyPr anchor="b">
            <a:normAutofit/>
          </a:bodyPr>
          <a:lstStyle/>
          <a:p>
            <a:pPr algn="l"/>
            <a:r>
              <a:rPr lang="es-ES" sz="3800" dirty="0"/>
              <a:t>AVAILABILITY PROBLEM: SOLUTION</a:t>
            </a:r>
          </a:p>
        </p:txBody>
      </p:sp>
      <p:sp>
        <p:nvSpPr>
          <p:cNvPr id="3" name="Marcador de contenido 2">
            <a:extLst>
              <a:ext uri="{FF2B5EF4-FFF2-40B4-BE49-F238E27FC236}">
                <a16:creationId xmlns:a16="http://schemas.microsoft.com/office/drawing/2014/main" id="{98E6E1CF-5DBB-B309-6D09-BE14D4EBA029}"/>
              </a:ext>
            </a:extLst>
          </p:cNvPr>
          <p:cNvSpPr>
            <a:spLocks noGrp="1"/>
          </p:cNvSpPr>
          <p:nvPr>
            <p:ph idx="1"/>
          </p:nvPr>
        </p:nvSpPr>
        <p:spPr>
          <a:xfrm>
            <a:off x="630936" y="2660904"/>
            <a:ext cx="5272024" cy="3547872"/>
          </a:xfrm>
        </p:spPr>
        <p:txBody>
          <a:bodyPr anchor="t">
            <a:normAutofit fontScale="85000" lnSpcReduction="20000"/>
          </a:bodyPr>
          <a:lstStyle/>
          <a:p>
            <a:r>
              <a:rPr lang="en-US" sz="1900" dirty="0"/>
              <a:t>The solution introduces a monitoring mechanism for the grade publication process that detects when grading results are not available to students within the defined time limit.</a:t>
            </a:r>
          </a:p>
          <a:p>
            <a:r>
              <a:rPr lang="en-US" sz="1900" dirty="0"/>
              <a:t>When the 15-minute availability deadline is violated, the system automatically triggers compensating notifications to both the teacher and the student, informing them of the temporary system failure.</a:t>
            </a:r>
          </a:p>
          <a:p>
            <a:r>
              <a:rPr lang="en-US" sz="1900" dirty="0"/>
              <a:t>With this approach, the system does not silently fail: students are informed about the unavailability of their grades, and teachers are explicitly instructed to communicate the results through alternative means.</a:t>
            </a:r>
            <a:br>
              <a:rPr lang="en-US" sz="1900" dirty="0"/>
            </a:br>
            <a:r>
              <a:rPr lang="en-US" sz="1900" dirty="0"/>
              <a:t>This ensures transparency, maintains trust in the system, and preserves the academic process continuity even when the system availability requirement is not met.</a:t>
            </a:r>
          </a:p>
          <a:p>
            <a:endParaRPr lang="en-GB" sz="1400" noProof="0" dirty="0"/>
          </a:p>
        </p:txBody>
      </p:sp>
      <p:pic>
        <p:nvPicPr>
          <p:cNvPr id="5" name="Imagen 4" descr="Diagrama&#10;&#10;El contenido generado por IA puede ser incorrecto.">
            <a:extLst>
              <a:ext uri="{FF2B5EF4-FFF2-40B4-BE49-F238E27FC236}">
                <a16:creationId xmlns:a16="http://schemas.microsoft.com/office/drawing/2014/main" id="{11284E59-AD43-F674-F05D-545433E2CCA9}"/>
              </a:ext>
            </a:extLst>
          </p:cNvPr>
          <p:cNvPicPr>
            <a:picLocks noChangeAspect="1"/>
          </p:cNvPicPr>
          <p:nvPr/>
        </p:nvPicPr>
        <p:blipFill>
          <a:blip r:embed="rId2"/>
          <a:stretch>
            <a:fillRect/>
          </a:stretch>
        </p:blipFill>
        <p:spPr>
          <a:xfrm>
            <a:off x="5902960" y="1664742"/>
            <a:ext cx="6167120" cy="4270729"/>
          </a:xfrm>
          <a:prstGeom prst="rect">
            <a:avLst/>
          </a:prstGeom>
        </p:spPr>
      </p:pic>
    </p:spTree>
    <p:extLst>
      <p:ext uri="{BB962C8B-B14F-4D97-AF65-F5344CB8AC3E}">
        <p14:creationId xmlns:p14="http://schemas.microsoft.com/office/powerpoint/2010/main" val="421348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D810E6-D634-5775-23EC-7C1CD5F9B4BC}"/>
              </a:ext>
            </a:extLst>
          </p:cNvPr>
          <p:cNvSpPr>
            <a:spLocks noGrp="1"/>
          </p:cNvSpPr>
          <p:nvPr>
            <p:ph type="title"/>
          </p:nvPr>
        </p:nvSpPr>
        <p:spPr>
          <a:xfrm>
            <a:off x="630936" y="493776"/>
            <a:ext cx="5696712" cy="1481328"/>
          </a:xfrm>
        </p:spPr>
        <p:txBody>
          <a:bodyPr anchor="b">
            <a:normAutofit fontScale="90000"/>
          </a:bodyPr>
          <a:lstStyle/>
          <a:p>
            <a:pPr algn="l"/>
            <a:r>
              <a:rPr lang="es-ES" sz="5000" dirty="0"/>
              <a:t>MODIFIABILITY PROBLEM: ISSUE</a:t>
            </a:r>
          </a:p>
        </p:txBody>
      </p:sp>
      <p:sp>
        <p:nvSpPr>
          <p:cNvPr id="3" name="Marcador de contenido 2">
            <a:extLst>
              <a:ext uri="{FF2B5EF4-FFF2-40B4-BE49-F238E27FC236}">
                <a16:creationId xmlns:a16="http://schemas.microsoft.com/office/drawing/2014/main" id="{61F5AB5F-386D-CE95-CCBF-2F74C67C4105}"/>
              </a:ext>
            </a:extLst>
          </p:cNvPr>
          <p:cNvSpPr>
            <a:spLocks noGrp="1"/>
          </p:cNvSpPr>
          <p:nvPr>
            <p:ph idx="1"/>
          </p:nvPr>
        </p:nvSpPr>
        <p:spPr>
          <a:xfrm>
            <a:off x="630936" y="2660904"/>
            <a:ext cx="4818888" cy="3547872"/>
          </a:xfrm>
        </p:spPr>
        <p:txBody>
          <a:bodyPr anchor="t">
            <a:normAutofit lnSpcReduction="10000"/>
          </a:bodyPr>
          <a:lstStyle/>
          <a:p>
            <a:r>
              <a:rPr lang="en-GB" sz="2000" dirty="0"/>
              <a:t>The Grading system must be modified within an hour. However, all the data flow of all services go through the persistence adapter, so every service data flow must be modified and because of that the modification takes much more time.</a:t>
            </a:r>
            <a:endParaRPr lang="en-GB" sz="2000" noProof="0" dirty="0"/>
          </a:p>
          <a:p>
            <a:r>
              <a:rPr lang="en-GB" sz="2000" noProof="0" dirty="0"/>
              <a:t>Involved Users: Student, Teacher</a:t>
            </a:r>
          </a:p>
          <a:p>
            <a:r>
              <a:rPr lang="es-ES" sz="2000" dirty="0" err="1"/>
              <a:t>Afected</a:t>
            </a:r>
            <a:r>
              <a:rPr lang="es-ES" sz="2000" dirty="0"/>
              <a:t> </a:t>
            </a:r>
            <a:r>
              <a:rPr lang="es-ES" sz="2000" dirty="0" err="1"/>
              <a:t>System</a:t>
            </a:r>
            <a:r>
              <a:rPr lang="es-ES" sz="2000" dirty="0"/>
              <a:t> </a:t>
            </a:r>
            <a:r>
              <a:rPr lang="es-ES" sz="2000" dirty="0" err="1"/>
              <a:t>Parts</a:t>
            </a:r>
            <a:r>
              <a:rPr lang="es-ES" sz="2000" dirty="0"/>
              <a:t>: </a:t>
            </a:r>
            <a:r>
              <a:rPr lang="es-ES" sz="2000" dirty="0" err="1"/>
              <a:t>Backend</a:t>
            </a:r>
            <a:r>
              <a:rPr lang="es-ES" sz="2000" dirty="0"/>
              <a:t> API, </a:t>
            </a:r>
            <a:r>
              <a:rPr lang="es-ES" sz="2000" dirty="0" err="1"/>
              <a:t>Grading</a:t>
            </a:r>
            <a:r>
              <a:rPr lang="es-ES" sz="2000" dirty="0"/>
              <a:t> Management Container, </a:t>
            </a:r>
            <a:r>
              <a:rPr lang="es-ES" sz="2000" dirty="0" err="1"/>
              <a:t>Persistent</a:t>
            </a:r>
            <a:r>
              <a:rPr lang="es-ES" sz="2000" dirty="0"/>
              <a:t> </a:t>
            </a:r>
            <a:r>
              <a:rPr lang="es-ES" sz="2000" dirty="0" err="1"/>
              <a:t>Adapter</a:t>
            </a:r>
            <a:endParaRPr lang="es-ES" sz="2000" dirty="0"/>
          </a:p>
          <a:p>
            <a:endParaRPr lang="es-ES" sz="2000" dirty="0"/>
          </a:p>
        </p:txBody>
      </p:sp>
      <p:pic>
        <p:nvPicPr>
          <p:cNvPr id="5" name="Imagen 4" descr="Diagrama&#10;&#10;El contenido generado por IA puede ser incorrecto.">
            <a:extLst>
              <a:ext uri="{FF2B5EF4-FFF2-40B4-BE49-F238E27FC236}">
                <a16:creationId xmlns:a16="http://schemas.microsoft.com/office/drawing/2014/main" id="{FBE88C5A-76C0-CA70-1F19-B652A1D7B555}"/>
              </a:ext>
            </a:extLst>
          </p:cNvPr>
          <p:cNvPicPr>
            <a:picLocks noChangeAspect="1"/>
          </p:cNvPicPr>
          <p:nvPr/>
        </p:nvPicPr>
        <p:blipFill>
          <a:blip r:embed="rId2"/>
          <a:stretch>
            <a:fillRect/>
          </a:stretch>
        </p:blipFill>
        <p:spPr>
          <a:xfrm>
            <a:off x="5449824" y="2011680"/>
            <a:ext cx="6367500" cy="3963768"/>
          </a:xfrm>
          <a:prstGeom prst="rect">
            <a:avLst/>
          </a:prstGeom>
        </p:spPr>
      </p:pic>
    </p:spTree>
    <p:extLst>
      <p:ext uri="{BB962C8B-B14F-4D97-AF65-F5344CB8AC3E}">
        <p14:creationId xmlns:p14="http://schemas.microsoft.com/office/powerpoint/2010/main" val="648425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70CB8-8633-2C81-5E8F-E290E0F855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F8C4A2-9322-E16F-5D94-BBD2DF2A18E3}"/>
              </a:ext>
            </a:extLst>
          </p:cNvPr>
          <p:cNvSpPr>
            <a:spLocks noGrp="1"/>
          </p:cNvSpPr>
          <p:nvPr>
            <p:ph type="title"/>
          </p:nvPr>
        </p:nvSpPr>
        <p:spPr>
          <a:xfrm>
            <a:off x="900506" y="1118808"/>
            <a:ext cx="4671467" cy="4747683"/>
          </a:xfrm>
        </p:spPr>
        <p:txBody>
          <a:bodyPr anchor="ctr">
            <a:normAutofit/>
          </a:bodyPr>
          <a:lstStyle/>
          <a:p>
            <a:pPr algn="l"/>
            <a:r>
              <a:rPr lang="en-US" sz="3400" dirty="0"/>
              <a:t>REQUIREMENT:</a:t>
            </a:r>
            <a:br>
              <a:rPr lang="en-US" sz="3400" dirty="0"/>
            </a:br>
            <a:r>
              <a:rPr lang="en-US" sz="3400" dirty="0"/>
              <a:t>TESTABILITY</a:t>
            </a:r>
            <a:endParaRPr lang="es-ES" sz="3400" dirty="0"/>
          </a:p>
        </p:txBody>
      </p:sp>
      <p:sp>
        <p:nvSpPr>
          <p:cNvPr id="3" name="Marcador de contenido 2">
            <a:extLst>
              <a:ext uri="{FF2B5EF4-FFF2-40B4-BE49-F238E27FC236}">
                <a16:creationId xmlns:a16="http://schemas.microsoft.com/office/drawing/2014/main" id="{29827EA1-A2E6-8E6F-2D10-4A8287FFC540}"/>
              </a:ext>
            </a:extLst>
          </p:cNvPr>
          <p:cNvSpPr>
            <a:spLocks noGrp="1"/>
          </p:cNvSpPr>
          <p:nvPr>
            <p:ph idx="1"/>
          </p:nvPr>
        </p:nvSpPr>
        <p:spPr>
          <a:xfrm>
            <a:off x="6498769" y="1118809"/>
            <a:ext cx="5049763" cy="4747681"/>
          </a:xfrm>
          <a:effectLst/>
        </p:spPr>
        <p:txBody>
          <a:bodyPr anchor="ctr">
            <a:normAutofit/>
          </a:bodyPr>
          <a:lstStyle/>
          <a:p>
            <a:r>
              <a:rPr lang="en-US" dirty="0">
                <a:solidFill>
                  <a:schemeClr val="tx1"/>
                </a:solidFill>
              </a:rPr>
              <a:t>Each component of the system must take not more than 15 minutes to setup and deploy for testing.</a:t>
            </a:r>
          </a:p>
          <a:p>
            <a:pPr marL="36900" indent="0">
              <a:buNone/>
            </a:pPr>
            <a:endParaRPr lang="en-US" dirty="0">
              <a:solidFill>
                <a:schemeClr val="tx1"/>
              </a:solidFill>
            </a:endParaRPr>
          </a:p>
          <a:p>
            <a:r>
              <a:rPr lang="en-US" dirty="0">
                <a:solidFill>
                  <a:schemeClr val="tx1"/>
                </a:solidFill>
              </a:rPr>
              <a:t>Architectural Extension: None required</a:t>
            </a:r>
          </a:p>
        </p:txBody>
      </p:sp>
    </p:spTree>
    <p:extLst>
      <p:ext uri="{BB962C8B-B14F-4D97-AF65-F5344CB8AC3E}">
        <p14:creationId xmlns:p14="http://schemas.microsoft.com/office/powerpoint/2010/main" val="1704966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8641A-48F8-BEFA-96A9-E8D5261B4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EBFB5-FC17-D1F3-CE53-D898665C8894}"/>
              </a:ext>
            </a:extLst>
          </p:cNvPr>
          <p:cNvSpPr>
            <a:spLocks noGrp="1"/>
          </p:cNvSpPr>
          <p:nvPr>
            <p:ph type="title"/>
          </p:nvPr>
        </p:nvSpPr>
        <p:spPr>
          <a:xfrm>
            <a:off x="834013" y="1115568"/>
            <a:ext cx="3487616" cy="4626864"/>
          </a:xfrm>
        </p:spPr>
        <p:txBody>
          <a:bodyPr>
            <a:normAutofit/>
          </a:bodyPr>
          <a:lstStyle/>
          <a:p>
            <a:pPr algn="l"/>
            <a:r>
              <a:rPr lang="en-US" sz="3600" b="1" dirty="0"/>
              <a:t>1. Easy unit deployment:</a:t>
            </a:r>
            <a:br>
              <a:rPr lang="en-US" sz="3600" b="1" dirty="0"/>
            </a:br>
            <a:endParaRPr lang="en-ZM" sz="3600" dirty="0"/>
          </a:p>
        </p:txBody>
      </p:sp>
      <p:sp>
        <p:nvSpPr>
          <p:cNvPr id="3" name="Content Placeholder 2">
            <a:extLst>
              <a:ext uri="{FF2B5EF4-FFF2-40B4-BE49-F238E27FC236}">
                <a16:creationId xmlns:a16="http://schemas.microsoft.com/office/drawing/2014/main" id="{712DA8DB-233C-5249-17B4-CC7759BC5CB6}"/>
              </a:ext>
            </a:extLst>
          </p:cNvPr>
          <p:cNvSpPr>
            <a:spLocks noGrp="1"/>
          </p:cNvSpPr>
          <p:nvPr>
            <p:ph idx="1"/>
          </p:nvPr>
        </p:nvSpPr>
        <p:spPr>
          <a:xfrm>
            <a:off x="5105398" y="1621410"/>
            <a:ext cx="6245352" cy="4121022"/>
          </a:xfrm>
        </p:spPr>
        <p:txBody>
          <a:bodyPr anchor="ctr">
            <a:normAutofit/>
          </a:bodyPr>
          <a:lstStyle/>
          <a:p>
            <a:r>
              <a:rPr lang="en-US" dirty="0"/>
              <a:t>All modules communicate with each other via the Integration Adaptor</a:t>
            </a:r>
          </a:p>
          <a:p>
            <a:r>
              <a:rPr lang="en-US" dirty="0"/>
              <a:t>During testing, only the adaptor (which only needs to be deployed once for all components in the backend API) and the module being tested need to be deployed as other modules and the database can be mocked in the integration and persistence adaptors. </a:t>
            </a:r>
          </a:p>
          <a:p>
            <a:endParaRPr lang="en-ZM" dirty="0"/>
          </a:p>
        </p:txBody>
      </p:sp>
      <p:sp>
        <p:nvSpPr>
          <p:cNvPr id="4" name="Título 1">
            <a:extLst>
              <a:ext uri="{FF2B5EF4-FFF2-40B4-BE49-F238E27FC236}">
                <a16:creationId xmlns:a16="http://schemas.microsoft.com/office/drawing/2014/main" id="{93442E4B-7B9B-9F2A-DC37-1C754F54B185}"/>
              </a:ext>
            </a:extLst>
          </p:cNvPr>
          <p:cNvSpPr txBox="1">
            <a:spLocks/>
          </p:cNvSpPr>
          <p:nvPr/>
        </p:nvSpPr>
        <p:spPr>
          <a:xfrm>
            <a:off x="630935" y="323088"/>
            <a:ext cx="11329761" cy="1085088"/>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b="1" dirty="0"/>
              <a:t>CURRENT STRENGTHS:</a:t>
            </a:r>
            <a:endParaRPr lang="es-ES" dirty="0"/>
          </a:p>
        </p:txBody>
      </p:sp>
    </p:spTree>
    <p:extLst>
      <p:ext uri="{BB962C8B-B14F-4D97-AF65-F5344CB8AC3E}">
        <p14:creationId xmlns:p14="http://schemas.microsoft.com/office/powerpoint/2010/main" val="1325727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0C51F-749D-800C-7CAA-218B24BBBA95}"/>
              </a:ext>
            </a:extLst>
          </p:cNvPr>
          <p:cNvSpPr>
            <a:spLocks noGrp="1"/>
          </p:cNvSpPr>
          <p:nvPr>
            <p:ph type="title"/>
          </p:nvPr>
        </p:nvSpPr>
        <p:spPr/>
        <p:txBody>
          <a:bodyPr/>
          <a:lstStyle/>
          <a:p>
            <a:r>
              <a:rPr lang="en-US" dirty="0"/>
              <a:t>a</a:t>
            </a:r>
            <a:endParaRPr lang="en-ZM" dirty="0"/>
          </a:p>
        </p:txBody>
      </p:sp>
      <p:pic>
        <p:nvPicPr>
          <p:cNvPr id="7" name="Content Placeholder 6">
            <a:extLst>
              <a:ext uri="{FF2B5EF4-FFF2-40B4-BE49-F238E27FC236}">
                <a16:creationId xmlns:a16="http://schemas.microsoft.com/office/drawing/2014/main" id="{B5A44C1D-0D38-1327-7B27-84A9FCA7ED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402771"/>
            <a:ext cx="12192000" cy="5845629"/>
          </a:xfrm>
        </p:spPr>
      </p:pic>
    </p:spTree>
    <p:extLst>
      <p:ext uri="{BB962C8B-B14F-4D97-AF65-F5344CB8AC3E}">
        <p14:creationId xmlns:p14="http://schemas.microsoft.com/office/powerpoint/2010/main" val="1818847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B77C8-86F8-E297-FD90-C6EB3144DB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25AF98-02D2-4A52-30C9-70867A96324E}"/>
              </a:ext>
            </a:extLst>
          </p:cNvPr>
          <p:cNvSpPr>
            <a:spLocks noGrp="1"/>
          </p:cNvSpPr>
          <p:nvPr>
            <p:ph type="title"/>
          </p:nvPr>
        </p:nvSpPr>
        <p:spPr>
          <a:xfrm>
            <a:off x="900506" y="1118808"/>
            <a:ext cx="4671467" cy="4747683"/>
          </a:xfrm>
        </p:spPr>
        <p:txBody>
          <a:bodyPr anchor="ctr">
            <a:normAutofit/>
          </a:bodyPr>
          <a:lstStyle/>
          <a:p>
            <a:pPr algn="l"/>
            <a:r>
              <a:rPr lang="en-US" sz="3400" dirty="0"/>
              <a:t>REQUIREMENT:</a:t>
            </a:r>
            <a:br>
              <a:rPr lang="en-US" sz="3400" dirty="0"/>
            </a:br>
            <a:r>
              <a:rPr lang="en-US" sz="3400" dirty="0"/>
              <a:t>PERFORMANCE</a:t>
            </a:r>
            <a:endParaRPr lang="es-ES" sz="3400" dirty="0"/>
          </a:p>
        </p:txBody>
      </p:sp>
      <p:sp>
        <p:nvSpPr>
          <p:cNvPr id="3" name="Marcador de contenido 2">
            <a:extLst>
              <a:ext uri="{FF2B5EF4-FFF2-40B4-BE49-F238E27FC236}">
                <a16:creationId xmlns:a16="http://schemas.microsoft.com/office/drawing/2014/main" id="{2D80C310-5A23-B5E2-E3DC-253150498B92}"/>
              </a:ext>
            </a:extLst>
          </p:cNvPr>
          <p:cNvSpPr>
            <a:spLocks noGrp="1"/>
          </p:cNvSpPr>
          <p:nvPr>
            <p:ph idx="1"/>
          </p:nvPr>
        </p:nvSpPr>
        <p:spPr>
          <a:xfrm>
            <a:off x="6498769" y="1118809"/>
            <a:ext cx="5049763" cy="4747681"/>
          </a:xfrm>
          <a:effectLst/>
        </p:spPr>
        <p:txBody>
          <a:bodyPr anchor="ctr">
            <a:normAutofit/>
          </a:bodyPr>
          <a:lstStyle/>
          <a:p>
            <a:r>
              <a:rPr lang="en-US" dirty="0">
                <a:solidFill>
                  <a:schemeClr val="tx1"/>
                </a:solidFill>
              </a:rPr>
              <a:t>When a user makes a request, the system should respond within a maximum of 5 seconds during peak periods (5000 requests per second).</a:t>
            </a:r>
          </a:p>
          <a:p>
            <a:r>
              <a:rPr lang="en-US" dirty="0">
                <a:solidFill>
                  <a:schemeClr val="tx1"/>
                </a:solidFill>
              </a:rPr>
              <a:t>Architectural Extension: Required</a:t>
            </a:r>
          </a:p>
        </p:txBody>
      </p:sp>
    </p:spTree>
    <p:extLst>
      <p:ext uri="{BB962C8B-B14F-4D97-AF65-F5344CB8AC3E}">
        <p14:creationId xmlns:p14="http://schemas.microsoft.com/office/powerpoint/2010/main" val="2883465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4D62A-20FC-49D3-6447-24E7BD886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5E221-35D3-8772-BBCF-29A000DDE294}"/>
              </a:ext>
            </a:extLst>
          </p:cNvPr>
          <p:cNvSpPr>
            <a:spLocks noGrp="1"/>
          </p:cNvSpPr>
          <p:nvPr>
            <p:ph type="title"/>
          </p:nvPr>
        </p:nvSpPr>
        <p:spPr>
          <a:xfrm>
            <a:off x="834013" y="1115568"/>
            <a:ext cx="3487616" cy="4626864"/>
          </a:xfrm>
        </p:spPr>
        <p:txBody>
          <a:bodyPr>
            <a:normAutofit/>
          </a:bodyPr>
          <a:lstStyle/>
          <a:p>
            <a:pPr algn="l"/>
            <a:r>
              <a:rPr lang="en-US" sz="3600" b="1" dirty="0"/>
              <a:t>1. Integration and Persistence bottlenecks:</a:t>
            </a:r>
            <a:br>
              <a:rPr lang="en-US" sz="3600" b="1" dirty="0"/>
            </a:br>
            <a:endParaRPr lang="en-ZM" sz="3600" dirty="0"/>
          </a:p>
        </p:txBody>
      </p:sp>
      <p:sp>
        <p:nvSpPr>
          <p:cNvPr id="3" name="Content Placeholder 2">
            <a:extLst>
              <a:ext uri="{FF2B5EF4-FFF2-40B4-BE49-F238E27FC236}">
                <a16:creationId xmlns:a16="http://schemas.microsoft.com/office/drawing/2014/main" id="{5C992ADA-53CB-FDC5-2768-88146B8688A1}"/>
              </a:ext>
            </a:extLst>
          </p:cNvPr>
          <p:cNvSpPr>
            <a:spLocks noGrp="1"/>
          </p:cNvSpPr>
          <p:nvPr>
            <p:ph idx="1"/>
          </p:nvPr>
        </p:nvSpPr>
        <p:spPr>
          <a:xfrm>
            <a:off x="5105398" y="1115568"/>
            <a:ext cx="6245352" cy="4626864"/>
          </a:xfrm>
        </p:spPr>
        <p:txBody>
          <a:bodyPr anchor="ctr">
            <a:normAutofit/>
          </a:bodyPr>
          <a:lstStyle/>
          <a:p>
            <a:pPr algn="just"/>
            <a:r>
              <a:rPr lang="en-US" dirty="0"/>
              <a:t>During runtime, at least two instances of the Persistence and Integration adaptors must be deployed in order to cushion the load as these may create a bottleneck.</a:t>
            </a:r>
          </a:p>
          <a:p>
            <a:pPr algn="just"/>
            <a:r>
              <a:rPr lang="en-US" dirty="0"/>
              <a:t>In the case where external systems where the required information must be pulled from, the user should get a response within the system time letting them know that the service they are requesting is currently unavailable. This can already happen via the Notification service.</a:t>
            </a:r>
          </a:p>
          <a:p>
            <a:endParaRPr lang="en-ZM" dirty="0"/>
          </a:p>
        </p:txBody>
      </p:sp>
      <p:sp>
        <p:nvSpPr>
          <p:cNvPr id="4" name="Título 1">
            <a:extLst>
              <a:ext uri="{FF2B5EF4-FFF2-40B4-BE49-F238E27FC236}">
                <a16:creationId xmlns:a16="http://schemas.microsoft.com/office/drawing/2014/main" id="{55B4E936-42A7-E2B6-44E7-90517CAA52FD}"/>
              </a:ext>
            </a:extLst>
          </p:cNvPr>
          <p:cNvSpPr txBox="1">
            <a:spLocks/>
          </p:cNvSpPr>
          <p:nvPr/>
        </p:nvSpPr>
        <p:spPr>
          <a:xfrm>
            <a:off x="630935" y="323088"/>
            <a:ext cx="11329761" cy="1085088"/>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b="1" dirty="0"/>
              <a:t>CURRENT WEAKNESSES:</a:t>
            </a:r>
            <a:endParaRPr lang="es-ES" dirty="0"/>
          </a:p>
        </p:txBody>
      </p:sp>
    </p:spTree>
    <p:extLst>
      <p:ext uri="{BB962C8B-B14F-4D97-AF65-F5344CB8AC3E}">
        <p14:creationId xmlns:p14="http://schemas.microsoft.com/office/powerpoint/2010/main" val="1119246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B557-89EB-19D9-FCA3-830624D063DE}"/>
              </a:ext>
            </a:extLst>
          </p:cNvPr>
          <p:cNvSpPr>
            <a:spLocks noGrp="1"/>
          </p:cNvSpPr>
          <p:nvPr>
            <p:ph type="title"/>
          </p:nvPr>
        </p:nvSpPr>
        <p:spPr/>
        <p:txBody>
          <a:bodyPr/>
          <a:lstStyle/>
          <a:p>
            <a:endParaRPr lang="en-ZM"/>
          </a:p>
        </p:txBody>
      </p:sp>
      <p:pic>
        <p:nvPicPr>
          <p:cNvPr id="5" name="Content Placeholder 4">
            <a:extLst>
              <a:ext uri="{FF2B5EF4-FFF2-40B4-BE49-F238E27FC236}">
                <a16:creationId xmlns:a16="http://schemas.microsoft.com/office/drawing/2014/main" id="{E7EED4FF-D268-8925-BC37-72F4CA7465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79" y="1349829"/>
            <a:ext cx="12218479" cy="4898571"/>
          </a:xfrm>
        </p:spPr>
      </p:pic>
    </p:spTree>
    <p:extLst>
      <p:ext uri="{BB962C8B-B14F-4D97-AF65-F5344CB8AC3E}">
        <p14:creationId xmlns:p14="http://schemas.microsoft.com/office/powerpoint/2010/main" val="358379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AFA5E-8F30-4191-8F34-87CF623B35B9}"/>
              </a:ext>
            </a:extLst>
          </p:cNvPr>
          <p:cNvSpPr>
            <a:spLocks noGrp="1"/>
          </p:cNvSpPr>
          <p:nvPr>
            <p:ph type="title"/>
          </p:nvPr>
        </p:nvSpPr>
        <p:spPr/>
        <p:txBody>
          <a:bodyPr/>
          <a:lstStyle/>
          <a:p>
            <a:endParaRPr lang="en-ZM"/>
          </a:p>
        </p:txBody>
      </p:sp>
      <p:pic>
        <p:nvPicPr>
          <p:cNvPr id="5" name="Content Placeholder 4">
            <a:extLst>
              <a:ext uri="{FF2B5EF4-FFF2-40B4-BE49-F238E27FC236}">
                <a16:creationId xmlns:a16="http://schemas.microsoft.com/office/drawing/2014/main" id="{08A0B2C6-E375-1731-9C05-A244D442BBB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192000" cy="6858000"/>
          </a:xfrm>
        </p:spPr>
      </p:pic>
    </p:spTree>
    <p:extLst>
      <p:ext uri="{BB962C8B-B14F-4D97-AF65-F5344CB8AC3E}">
        <p14:creationId xmlns:p14="http://schemas.microsoft.com/office/powerpoint/2010/main" val="1969910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331E0-1B73-903F-337F-7B0D7151F904}"/>
              </a:ext>
            </a:extLst>
          </p:cNvPr>
          <p:cNvSpPr>
            <a:spLocks noGrp="1"/>
          </p:cNvSpPr>
          <p:nvPr>
            <p:ph type="title"/>
          </p:nvPr>
        </p:nvSpPr>
        <p:spPr/>
        <p:txBody>
          <a:bodyPr/>
          <a:lstStyle/>
          <a:p>
            <a:endParaRPr lang="en-ZM"/>
          </a:p>
        </p:txBody>
      </p:sp>
      <p:pic>
        <p:nvPicPr>
          <p:cNvPr id="5" name="Content Placeholder 4">
            <a:extLst>
              <a:ext uri="{FF2B5EF4-FFF2-40B4-BE49-F238E27FC236}">
                <a16:creationId xmlns:a16="http://schemas.microsoft.com/office/drawing/2014/main" id="{D51AD91B-EC24-AB7E-3E59-E586AF6B496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0"/>
            <a:ext cx="12192000" cy="6858000"/>
          </a:xfrm>
        </p:spPr>
      </p:pic>
    </p:spTree>
    <p:extLst>
      <p:ext uri="{BB962C8B-B14F-4D97-AF65-F5344CB8AC3E}">
        <p14:creationId xmlns:p14="http://schemas.microsoft.com/office/powerpoint/2010/main" val="2993654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75302-7086-39AF-681D-AA4CA1B40A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F26597-39C7-F7D6-4554-A75DC45B28BD}"/>
              </a:ext>
            </a:extLst>
          </p:cNvPr>
          <p:cNvSpPr>
            <a:spLocks noGrp="1"/>
          </p:cNvSpPr>
          <p:nvPr>
            <p:ph type="title"/>
          </p:nvPr>
        </p:nvSpPr>
        <p:spPr>
          <a:xfrm>
            <a:off x="630936" y="323088"/>
            <a:ext cx="5637784" cy="1592072"/>
          </a:xfrm>
        </p:spPr>
        <p:txBody>
          <a:bodyPr anchor="b">
            <a:normAutofit fontScale="90000"/>
          </a:bodyPr>
          <a:lstStyle/>
          <a:p>
            <a:pPr algn="l"/>
            <a:r>
              <a:rPr lang="es-ES" dirty="0"/>
              <a:t>MODIFIABILITY PROBLEM: SOLUTION</a:t>
            </a:r>
          </a:p>
        </p:txBody>
      </p:sp>
      <p:sp>
        <p:nvSpPr>
          <p:cNvPr id="3" name="Marcador de contenido 2">
            <a:extLst>
              <a:ext uri="{FF2B5EF4-FFF2-40B4-BE49-F238E27FC236}">
                <a16:creationId xmlns:a16="http://schemas.microsoft.com/office/drawing/2014/main" id="{904A46F4-5F3A-8047-7AD8-5EC66B448D1D}"/>
              </a:ext>
            </a:extLst>
          </p:cNvPr>
          <p:cNvSpPr>
            <a:spLocks noGrp="1"/>
          </p:cNvSpPr>
          <p:nvPr>
            <p:ph idx="1"/>
          </p:nvPr>
        </p:nvSpPr>
        <p:spPr>
          <a:xfrm>
            <a:off x="630936" y="2660904"/>
            <a:ext cx="4818888" cy="3547872"/>
          </a:xfrm>
        </p:spPr>
        <p:txBody>
          <a:bodyPr anchor="t">
            <a:normAutofit fontScale="92500" lnSpcReduction="10000"/>
          </a:bodyPr>
          <a:lstStyle/>
          <a:p>
            <a:r>
              <a:rPr lang="en-GB" sz="2200" dirty="0"/>
              <a:t>The persistent adapter is </a:t>
            </a:r>
            <a:r>
              <a:rPr lang="en-GB" sz="2200" dirty="0" err="1"/>
              <a:t>splited</a:t>
            </a:r>
            <a:r>
              <a:rPr lang="en-GB" sz="2200" dirty="0"/>
              <a:t> in many independent adapters, as much as services are in the system.</a:t>
            </a:r>
            <a:endParaRPr lang="es-ES" sz="2200" dirty="0"/>
          </a:p>
          <a:p>
            <a:r>
              <a:rPr lang="es-ES" sz="2200" noProof="0" dirty="0" err="1"/>
              <a:t>With</a:t>
            </a:r>
            <a:r>
              <a:rPr lang="es-ES" sz="2200" noProof="0" dirty="0"/>
              <a:t> </a:t>
            </a:r>
            <a:r>
              <a:rPr lang="es-ES" sz="2200" noProof="0" dirty="0" err="1"/>
              <a:t>this</a:t>
            </a:r>
            <a:r>
              <a:rPr lang="es-ES" sz="2200" dirty="0"/>
              <a:t>, </a:t>
            </a:r>
            <a:r>
              <a:rPr lang="es-ES" sz="2200" dirty="0" err="1"/>
              <a:t>if</a:t>
            </a:r>
            <a:r>
              <a:rPr lang="es-ES" sz="2200" dirty="0"/>
              <a:t> </a:t>
            </a:r>
            <a:r>
              <a:rPr lang="es-ES" sz="2200" dirty="0" err="1"/>
              <a:t>one</a:t>
            </a:r>
            <a:r>
              <a:rPr lang="es-ES" sz="2200" dirty="0"/>
              <a:t> </a:t>
            </a:r>
            <a:r>
              <a:rPr lang="es-ES" sz="2200" dirty="0" err="1"/>
              <a:t>service</a:t>
            </a:r>
            <a:r>
              <a:rPr lang="es-ES" sz="2200" dirty="0"/>
              <a:t> </a:t>
            </a:r>
            <a:r>
              <a:rPr lang="es-ES" sz="2200" dirty="0" err="1"/>
              <a:t>part</a:t>
            </a:r>
            <a:r>
              <a:rPr lang="es-ES" sz="2200" dirty="0"/>
              <a:t> </a:t>
            </a:r>
            <a:r>
              <a:rPr lang="es-ES" sz="2200" dirty="0" err="1"/>
              <a:t>needs</a:t>
            </a:r>
            <a:r>
              <a:rPr lang="es-ES" sz="2200" dirty="0"/>
              <a:t> </a:t>
            </a:r>
            <a:r>
              <a:rPr lang="es-ES" sz="2200" dirty="0" err="1"/>
              <a:t>to</a:t>
            </a:r>
            <a:r>
              <a:rPr lang="es-ES" sz="2200" dirty="0"/>
              <a:t> be </a:t>
            </a:r>
            <a:r>
              <a:rPr lang="es-ES" sz="2200" dirty="0" err="1"/>
              <a:t>modified</a:t>
            </a:r>
            <a:r>
              <a:rPr lang="es-ES" sz="2200" dirty="0"/>
              <a:t>, </a:t>
            </a:r>
            <a:r>
              <a:rPr lang="es-ES" sz="2200" dirty="0" err="1"/>
              <a:t>it</a:t>
            </a:r>
            <a:r>
              <a:rPr lang="es-ES" sz="2200" dirty="0"/>
              <a:t> can be done </a:t>
            </a:r>
            <a:r>
              <a:rPr lang="es-ES" sz="2200" dirty="0" err="1"/>
              <a:t>without</a:t>
            </a:r>
            <a:r>
              <a:rPr lang="es-ES" sz="2200" dirty="0"/>
              <a:t> </a:t>
            </a:r>
            <a:r>
              <a:rPr lang="es-ES" sz="2200" dirty="0" err="1"/>
              <a:t>affecting</a:t>
            </a:r>
            <a:r>
              <a:rPr lang="es-ES" sz="2200" dirty="0"/>
              <a:t> </a:t>
            </a:r>
            <a:r>
              <a:rPr lang="es-ES" sz="2200" dirty="0" err="1"/>
              <a:t>to</a:t>
            </a:r>
            <a:r>
              <a:rPr lang="es-ES" sz="2200" dirty="0"/>
              <a:t> </a:t>
            </a:r>
            <a:r>
              <a:rPr lang="es-ES" sz="2200" dirty="0" err="1"/>
              <a:t>the</a:t>
            </a:r>
            <a:r>
              <a:rPr lang="es-ES" sz="2200" dirty="0"/>
              <a:t> </a:t>
            </a:r>
            <a:r>
              <a:rPr lang="es-ES" sz="2200" dirty="0" err="1"/>
              <a:t>other</a:t>
            </a:r>
            <a:r>
              <a:rPr lang="es-ES" sz="2200" dirty="0"/>
              <a:t> </a:t>
            </a:r>
            <a:r>
              <a:rPr lang="es-ES" sz="2200" dirty="0" err="1"/>
              <a:t>services</a:t>
            </a:r>
            <a:r>
              <a:rPr lang="es-ES" sz="2200" dirty="0"/>
              <a:t> </a:t>
            </a:r>
            <a:r>
              <a:rPr lang="es-ES" sz="2200" dirty="0" err="1"/>
              <a:t>or</a:t>
            </a:r>
            <a:r>
              <a:rPr lang="es-ES" sz="2200" dirty="0"/>
              <a:t> data </a:t>
            </a:r>
            <a:r>
              <a:rPr lang="es-ES" sz="2200" dirty="0" err="1"/>
              <a:t>flows</a:t>
            </a:r>
            <a:r>
              <a:rPr lang="es-ES" sz="2200" dirty="0"/>
              <a:t>.</a:t>
            </a:r>
          </a:p>
          <a:p>
            <a:r>
              <a:rPr lang="es-ES" sz="2200" noProof="0" dirty="0"/>
              <a:t>In </a:t>
            </a:r>
            <a:r>
              <a:rPr lang="es-ES" sz="2200" dirty="0" err="1"/>
              <a:t>our</a:t>
            </a:r>
            <a:r>
              <a:rPr lang="es-ES" sz="2200" dirty="0"/>
              <a:t> case, </a:t>
            </a:r>
            <a:r>
              <a:rPr lang="es-ES" sz="2200" dirty="0" err="1"/>
              <a:t>this</a:t>
            </a:r>
            <a:r>
              <a:rPr lang="es-ES" sz="2200" dirty="0"/>
              <a:t> </a:t>
            </a:r>
            <a:r>
              <a:rPr lang="es-ES" sz="2200" dirty="0" err="1"/>
              <a:t>modification</a:t>
            </a:r>
            <a:r>
              <a:rPr lang="es-ES" sz="2200" dirty="0"/>
              <a:t> </a:t>
            </a:r>
            <a:r>
              <a:rPr lang="es-ES" sz="2200" dirty="0" err="1"/>
              <a:t>allows</a:t>
            </a:r>
            <a:r>
              <a:rPr lang="es-ES" sz="2200" dirty="0"/>
              <a:t> </a:t>
            </a:r>
            <a:r>
              <a:rPr lang="es-ES" sz="2200" dirty="0" err="1"/>
              <a:t>an</a:t>
            </a:r>
            <a:r>
              <a:rPr lang="es-ES" sz="2200" dirty="0"/>
              <a:t> </a:t>
            </a:r>
            <a:r>
              <a:rPr lang="es-ES" sz="2200" dirty="0" err="1"/>
              <a:t>easy</a:t>
            </a:r>
            <a:r>
              <a:rPr lang="es-ES" sz="2200" dirty="0"/>
              <a:t> </a:t>
            </a:r>
            <a:r>
              <a:rPr lang="es-ES" sz="2200" dirty="0" err="1"/>
              <a:t>Grading</a:t>
            </a:r>
            <a:r>
              <a:rPr lang="es-ES" sz="2200" dirty="0"/>
              <a:t> </a:t>
            </a:r>
            <a:r>
              <a:rPr lang="es-ES" sz="2200" dirty="0" err="1"/>
              <a:t>System</a:t>
            </a:r>
            <a:r>
              <a:rPr lang="es-ES" sz="2200" dirty="0"/>
              <a:t> </a:t>
            </a:r>
            <a:r>
              <a:rPr lang="es-ES" sz="2200" dirty="0" err="1"/>
              <a:t>service</a:t>
            </a:r>
            <a:r>
              <a:rPr lang="es-ES" sz="2200" dirty="0"/>
              <a:t> </a:t>
            </a:r>
            <a:r>
              <a:rPr lang="es-ES" sz="2200" dirty="0" err="1"/>
              <a:t>modification</a:t>
            </a:r>
            <a:r>
              <a:rPr lang="es-ES" sz="2200" dirty="0"/>
              <a:t>, meeting </a:t>
            </a:r>
            <a:r>
              <a:rPr lang="es-ES" sz="2200" dirty="0" err="1"/>
              <a:t>the</a:t>
            </a:r>
            <a:r>
              <a:rPr lang="es-ES" sz="2200" dirty="0"/>
              <a:t> </a:t>
            </a:r>
            <a:r>
              <a:rPr lang="es-ES" sz="2200" dirty="0" err="1"/>
              <a:t>one-hour</a:t>
            </a:r>
            <a:r>
              <a:rPr lang="es-ES" sz="2200" dirty="0"/>
              <a:t> </a:t>
            </a:r>
            <a:r>
              <a:rPr lang="es-ES" sz="2200" dirty="0" err="1"/>
              <a:t>deadline</a:t>
            </a:r>
            <a:r>
              <a:rPr lang="es-ES" sz="2200" dirty="0"/>
              <a:t>.</a:t>
            </a:r>
            <a:endParaRPr lang="en-GB" sz="2200" noProof="0" dirty="0"/>
          </a:p>
        </p:txBody>
      </p:sp>
      <p:pic>
        <p:nvPicPr>
          <p:cNvPr id="6" name="Imagen 5" descr="Imagen que contiene Interfaz de usuario gráfica&#10;&#10;El contenido generado por IA puede ser incorrecto.">
            <a:extLst>
              <a:ext uri="{FF2B5EF4-FFF2-40B4-BE49-F238E27FC236}">
                <a16:creationId xmlns:a16="http://schemas.microsoft.com/office/drawing/2014/main" id="{F6643991-A7AA-096C-F3C9-60637A085517}"/>
              </a:ext>
            </a:extLst>
          </p:cNvPr>
          <p:cNvPicPr>
            <a:picLocks noChangeAspect="1"/>
          </p:cNvPicPr>
          <p:nvPr/>
        </p:nvPicPr>
        <p:blipFill>
          <a:blip r:embed="rId2"/>
          <a:stretch>
            <a:fillRect/>
          </a:stretch>
        </p:blipFill>
        <p:spPr>
          <a:xfrm>
            <a:off x="5449824" y="2121408"/>
            <a:ext cx="6510873" cy="3881120"/>
          </a:xfrm>
          <a:prstGeom prst="rect">
            <a:avLst/>
          </a:prstGeom>
        </p:spPr>
      </p:pic>
    </p:spTree>
    <p:extLst>
      <p:ext uri="{BB962C8B-B14F-4D97-AF65-F5344CB8AC3E}">
        <p14:creationId xmlns:p14="http://schemas.microsoft.com/office/powerpoint/2010/main" val="1428783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F8B78-5510-897D-3FBC-C33FE9968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BB516-E111-70A3-C2A7-05E08F3AF0AF}"/>
              </a:ext>
            </a:extLst>
          </p:cNvPr>
          <p:cNvSpPr>
            <a:spLocks noGrp="1"/>
          </p:cNvSpPr>
          <p:nvPr>
            <p:ph type="title"/>
          </p:nvPr>
        </p:nvSpPr>
        <p:spPr>
          <a:xfrm>
            <a:off x="838200" y="104295"/>
            <a:ext cx="10515600" cy="1325563"/>
          </a:xfrm>
        </p:spPr>
        <p:txBody>
          <a:bodyPr/>
          <a:lstStyle/>
          <a:p>
            <a:r>
              <a:rPr lang="es-ES" dirty="0"/>
              <a:t>RELIABILITY PROBLEM</a:t>
            </a:r>
            <a:endParaRPr lang="en-US" dirty="0"/>
          </a:p>
        </p:txBody>
      </p:sp>
      <p:sp>
        <p:nvSpPr>
          <p:cNvPr id="3" name="Content Placeholder 2">
            <a:extLst>
              <a:ext uri="{FF2B5EF4-FFF2-40B4-BE49-F238E27FC236}">
                <a16:creationId xmlns:a16="http://schemas.microsoft.com/office/drawing/2014/main" id="{737E8425-A7DA-2208-91E3-96D106CB6E12}"/>
              </a:ext>
            </a:extLst>
          </p:cNvPr>
          <p:cNvSpPr>
            <a:spLocks noGrp="1"/>
          </p:cNvSpPr>
          <p:nvPr>
            <p:ph idx="1"/>
          </p:nvPr>
        </p:nvSpPr>
        <p:spPr>
          <a:xfrm>
            <a:off x="838200" y="1270527"/>
            <a:ext cx="10983686" cy="2676118"/>
          </a:xfrm>
        </p:spPr>
        <p:txBody>
          <a:bodyPr>
            <a:normAutofit/>
          </a:bodyPr>
          <a:lstStyle/>
          <a:p>
            <a:pPr marL="0" indent="0" algn="just">
              <a:buNone/>
            </a:pPr>
            <a:r>
              <a:rPr lang="en-IN" sz="1600" dirty="0">
                <a:solidFill>
                  <a:schemeClr val="tx1"/>
                </a:solidFill>
              </a:rPr>
              <a:t>During peak usage (e.g. after grade publication or before exam registration deadlines), external systems such as the </a:t>
            </a:r>
            <a:r>
              <a:rPr lang="en-IN" sz="1600" b="1" dirty="0">
                <a:solidFill>
                  <a:schemeClr val="tx1"/>
                </a:solidFill>
              </a:rPr>
              <a:t>Student Information System (SIS)</a:t>
            </a:r>
            <a:r>
              <a:rPr lang="en-IN" sz="1600" dirty="0">
                <a:solidFill>
                  <a:schemeClr val="tx1"/>
                </a:solidFill>
              </a:rPr>
              <a:t> or the </a:t>
            </a:r>
            <a:r>
              <a:rPr lang="en-IN" sz="1600" b="1" dirty="0">
                <a:solidFill>
                  <a:schemeClr val="tx1"/>
                </a:solidFill>
              </a:rPr>
              <a:t>Timetable Service</a:t>
            </a:r>
            <a:r>
              <a:rPr lang="en-IN" sz="1600" dirty="0">
                <a:solidFill>
                  <a:schemeClr val="tx1"/>
                </a:solidFill>
              </a:rPr>
              <a:t> may become temporarily unavailable or respond slowly.</a:t>
            </a:r>
            <a:br>
              <a:rPr lang="en-IN" sz="1600" dirty="0">
                <a:solidFill>
                  <a:schemeClr val="tx1"/>
                </a:solidFill>
              </a:rPr>
            </a:br>
            <a:r>
              <a:rPr lang="en-IN" sz="1600" dirty="0">
                <a:solidFill>
                  <a:schemeClr val="tx1"/>
                </a:solidFill>
              </a:rPr>
              <a:t>When this happens, core EXA functionality (registration, result viewing, or grading workflows) may fail or hang due to synchronous dependencies on these external services.</a:t>
            </a:r>
          </a:p>
          <a:p>
            <a:endParaRPr lang="en-US" sz="1600" dirty="0">
              <a:solidFill>
                <a:schemeClr val="tx1"/>
              </a:solidFill>
            </a:endParaRPr>
          </a:p>
        </p:txBody>
      </p:sp>
      <p:graphicFrame>
        <p:nvGraphicFramePr>
          <p:cNvPr id="5" name="Table 4">
            <a:extLst>
              <a:ext uri="{FF2B5EF4-FFF2-40B4-BE49-F238E27FC236}">
                <a16:creationId xmlns:a16="http://schemas.microsoft.com/office/drawing/2014/main" id="{A49937D7-AB74-7559-96AC-A2677F5E0901}"/>
              </a:ext>
            </a:extLst>
          </p:cNvPr>
          <p:cNvGraphicFramePr>
            <a:graphicFrameLocks noGrp="1"/>
          </p:cNvGraphicFramePr>
          <p:nvPr>
            <p:extLst>
              <p:ext uri="{D42A27DB-BD31-4B8C-83A1-F6EECF244321}">
                <p14:modId xmlns:p14="http://schemas.microsoft.com/office/powerpoint/2010/main" val="1804115678"/>
              </p:ext>
            </p:extLst>
          </p:nvPr>
        </p:nvGraphicFramePr>
        <p:xfrm>
          <a:off x="1135743" y="2430463"/>
          <a:ext cx="10388600" cy="4059236"/>
        </p:xfrm>
        <a:graphic>
          <a:graphicData uri="http://schemas.openxmlformats.org/drawingml/2006/table">
            <a:tbl>
              <a:tblPr/>
              <a:tblGrid>
                <a:gridCol w="2620195">
                  <a:extLst>
                    <a:ext uri="{9D8B030D-6E8A-4147-A177-3AD203B41FA5}">
                      <a16:colId xmlns:a16="http://schemas.microsoft.com/office/drawing/2014/main" val="4142023511"/>
                    </a:ext>
                  </a:extLst>
                </a:gridCol>
                <a:gridCol w="7768405">
                  <a:extLst>
                    <a:ext uri="{9D8B030D-6E8A-4147-A177-3AD203B41FA5}">
                      <a16:colId xmlns:a16="http://schemas.microsoft.com/office/drawing/2014/main" val="156645862"/>
                    </a:ext>
                  </a:extLst>
                </a:gridCol>
              </a:tblGrid>
              <a:tr h="289945">
                <a:tc>
                  <a:txBody>
                    <a:bodyPr/>
                    <a:lstStyle/>
                    <a:p>
                      <a:r>
                        <a:rPr lang="en-IN" sz="1400"/>
                        <a:t>Field</a:t>
                      </a:r>
                    </a:p>
                  </a:txBody>
                  <a:tcPr marL="72486" marR="72486" marT="36243" marB="36243" anchor="ctr">
                    <a:lnL>
                      <a:noFill/>
                    </a:lnL>
                    <a:lnR>
                      <a:noFill/>
                    </a:lnR>
                    <a:lnT>
                      <a:noFill/>
                    </a:lnT>
                    <a:lnB>
                      <a:noFill/>
                    </a:lnB>
                    <a:noFill/>
                  </a:tcPr>
                </a:tc>
                <a:tc>
                  <a:txBody>
                    <a:bodyPr/>
                    <a:lstStyle/>
                    <a:p>
                      <a:r>
                        <a:rPr lang="en-IN" sz="1400"/>
                        <a:t>Description</a:t>
                      </a:r>
                    </a:p>
                  </a:txBody>
                  <a:tcPr marL="72486" marR="72486" marT="36243" marB="36243" anchor="ctr">
                    <a:lnL>
                      <a:noFill/>
                    </a:lnL>
                    <a:lnR>
                      <a:noFill/>
                    </a:lnR>
                    <a:lnT>
                      <a:noFill/>
                    </a:lnT>
                    <a:lnB>
                      <a:noFill/>
                    </a:lnB>
                    <a:noFill/>
                  </a:tcPr>
                </a:tc>
                <a:extLst>
                  <a:ext uri="{0D108BD9-81ED-4DB2-BD59-A6C34878D82A}">
                    <a16:rowId xmlns:a16="http://schemas.microsoft.com/office/drawing/2014/main" val="3243619380"/>
                  </a:ext>
                </a:extLst>
              </a:tr>
              <a:tr h="289945">
                <a:tc>
                  <a:txBody>
                    <a:bodyPr/>
                    <a:lstStyle/>
                    <a:p>
                      <a:r>
                        <a:rPr lang="en-IN" sz="1400" b="1"/>
                        <a:t>Quality Attribute</a:t>
                      </a:r>
                      <a:endParaRPr lang="en-IN" sz="1400"/>
                    </a:p>
                  </a:txBody>
                  <a:tcPr marL="72486" marR="72486" marT="36243" marB="36243" anchor="ctr">
                    <a:lnL>
                      <a:noFill/>
                    </a:lnL>
                    <a:lnR>
                      <a:noFill/>
                    </a:lnR>
                    <a:lnT>
                      <a:noFill/>
                    </a:lnT>
                    <a:lnB>
                      <a:noFill/>
                    </a:lnB>
                    <a:noFill/>
                  </a:tcPr>
                </a:tc>
                <a:tc>
                  <a:txBody>
                    <a:bodyPr/>
                    <a:lstStyle/>
                    <a:p>
                      <a:r>
                        <a:rPr lang="en-IN" sz="1400"/>
                        <a:t>Reliability</a:t>
                      </a:r>
                    </a:p>
                  </a:txBody>
                  <a:tcPr marL="72486" marR="72486" marT="36243" marB="36243" anchor="ctr">
                    <a:lnL>
                      <a:noFill/>
                    </a:lnL>
                    <a:lnR>
                      <a:noFill/>
                    </a:lnR>
                    <a:lnT>
                      <a:noFill/>
                    </a:lnT>
                    <a:lnB>
                      <a:noFill/>
                    </a:lnB>
                    <a:noFill/>
                  </a:tcPr>
                </a:tc>
                <a:extLst>
                  <a:ext uri="{0D108BD9-81ED-4DB2-BD59-A6C34878D82A}">
                    <a16:rowId xmlns:a16="http://schemas.microsoft.com/office/drawing/2014/main" val="2088599293"/>
                  </a:ext>
                </a:extLst>
              </a:tr>
              <a:tr h="507405">
                <a:tc>
                  <a:txBody>
                    <a:bodyPr/>
                    <a:lstStyle/>
                    <a:p>
                      <a:r>
                        <a:rPr lang="en-IN" sz="1400" b="1"/>
                        <a:t>Source of Stimulus</a:t>
                      </a:r>
                      <a:endParaRPr lang="en-IN" sz="1400"/>
                    </a:p>
                  </a:txBody>
                  <a:tcPr marL="72486" marR="72486" marT="36243" marB="36243" anchor="ctr">
                    <a:lnL>
                      <a:noFill/>
                    </a:lnL>
                    <a:lnR>
                      <a:noFill/>
                    </a:lnR>
                    <a:lnT>
                      <a:noFill/>
                    </a:lnT>
                    <a:lnB>
                      <a:noFill/>
                    </a:lnB>
                    <a:noFill/>
                  </a:tcPr>
                </a:tc>
                <a:tc>
                  <a:txBody>
                    <a:bodyPr/>
                    <a:lstStyle/>
                    <a:p>
                      <a:r>
                        <a:rPr lang="en-IN" sz="1400"/>
                        <a:t>External system (Student Information System or Timetable Service)</a:t>
                      </a:r>
                    </a:p>
                  </a:txBody>
                  <a:tcPr marL="72486" marR="72486" marT="36243" marB="36243" anchor="ctr">
                    <a:lnL>
                      <a:noFill/>
                    </a:lnL>
                    <a:lnR>
                      <a:noFill/>
                    </a:lnR>
                    <a:lnT>
                      <a:noFill/>
                    </a:lnT>
                    <a:lnB>
                      <a:noFill/>
                    </a:lnB>
                    <a:noFill/>
                  </a:tcPr>
                </a:tc>
                <a:extLst>
                  <a:ext uri="{0D108BD9-81ED-4DB2-BD59-A6C34878D82A}">
                    <a16:rowId xmlns:a16="http://schemas.microsoft.com/office/drawing/2014/main" val="3800424000"/>
                  </a:ext>
                </a:extLst>
              </a:tr>
              <a:tr h="507405">
                <a:tc>
                  <a:txBody>
                    <a:bodyPr/>
                    <a:lstStyle/>
                    <a:p>
                      <a:r>
                        <a:rPr lang="en-IN" sz="1400" b="1"/>
                        <a:t>Stimulus</a:t>
                      </a:r>
                      <a:endParaRPr lang="en-IN" sz="1400"/>
                    </a:p>
                  </a:txBody>
                  <a:tcPr marL="72486" marR="72486" marT="36243" marB="36243" anchor="ctr">
                    <a:lnL>
                      <a:noFill/>
                    </a:lnL>
                    <a:lnR>
                      <a:noFill/>
                    </a:lnR>
                    <a:lnT>
                      <a:noFill/>
                    </a:lnT>
                    <a:lnB>
                      <a:noFill/>
                    </a:lnB>
                    <a:noFill/>
                  </a:tcPr>
                </a:tc>
                <a:tc>
                  <a:txBody>
                    <a:bodyPr/>
                    <a:lstStyle/>
                    <a:p>
                      <a:r>
                        <a:rPr lang="en-IN" sz="1400"/>
                        <a:t>An external system becomes unavailable or responds slowly</a:t>
                      </a:r>
                    </a:p>
                  </a:txBody>
                  <a:tcPr marL="72486" marR="72486" marT="36243" marB="36243" anchor="ctr">
                    <a:lnL>
                      <a:noFill/>
                    </a:lnL>
                    <a:lnR>
                      <a:noFill/>
                    </a:lnR>
                    <a:lnT>
                      <a:noFill/>
                    </a:lnT>
                    <a:lnB>
                      <a:noFill/>
                    </a:lnB>
                    <a:noFill/>
                  </a:tcPr>
                </a:tc>
                <a:extLst>
                  <a:ext uri="{0D108BD9-81ED-4DB2-BD59-A6C34878D82A}">
                    <a16:rowId xmlns:a16="http://schemas.microsoft.com/office/drawing/2014/main" val="1939123124"/>
                  </a:ext>
                </a:extLst>
              </a:tr>
              <a:tr h="289945">
                <a:tc>
                  <a:txBody>
                    <a:bodyPr/>
                    <a:lstStyle/>
                    <a:p>
                      <a:r>
                        <a:rPr lang="en-IN" sz="1400" b="1"/>
                        <a:t>Environment</a:t>
                      </a:r>
                      <a:endParaRPr lang="en-IN" sz="1400"/>
                    </a:p>
                  </a:txBody>
                  <a:tcPr marL="72486" marR="72486" marT="36243" marB="36243" anchor="ctr">
                    <a:lnL>
                      <a:noFill/>
                    </a:lnL>
                    <a:lnR>
                      <a:noFill/>
                    </a:lnR>
                    <a:lnT>
                      <a:noFill/>
                    </a:lnT>
                    <a:lnB>
                      <a:noFill/>
                    </a:lnB>
                    <a:noFill/>
                  </a:tcPr>
                </a:tc>
                <a:tc>
                  <a:txBody>
                    <a:bodyPr/>
                    <a:lstStyle/>
                    <a:p>
                      <a:r>
                        <a:rPr lang="en-IN" sz="1400"/>
                        <a:t>Normal operation, possibly during peak usage</a:t>
                      </a:r>
                    </a:p>
                  </a:txBody>
                  <a:tcPr marL="72486" marR="72486" marT="36243" marB="36243" anchor="ctr">
                    <a:lnL>
                      <a:noFill/>
                    </a:lnL>
                    <a:lnR>
                      <a:noFill/>
                    </a:lnR>
                    <a:lnT>
                      <a:noFill/>
                    </a:lnT>
                    <a:lnB>
                      <a:noFill/>
                    </a:lnB>
                    <a:noFill/>
                  </a:tcPr>
                </a:tc>
                <a:extLst>
                  <a:ext uri="{0D108BD9-81ED-4DB2-BD59-A6C34878D82A}">
                    <a16:rowId xmlns:a16="http://schemas.microsoft.com/office/drawing/2014/main" val="560919176"/>
                  </a:ext>
                </a:extLst>
              </a:tr>
              <a:tr h="289945">
                <a:tc>
                  <a:txBody>
                    <a:bodyPr/>
                    <a:lstStyle/>
                    <a:p>
                      <a:r>
                        <a:rPr lang="en-IN" sz="1400" b="1"/>
                        <a:t>Artifact</a:t>
                      </a:r>
                      <a:endParaRPr lang="en-IN" sz="1400"/>
                    </a:p>
                  </a:txBody>
                  <a:tcPr marL="72486" marR="72486" marT="36243" marB="36243" anchor="ctr">
                    <a:lnL>
                      <a:noFill/>
                    </a:lnL>
                    <a:lnR>
                      <a:noFill/>
                    </a:lnR>
                    <a:lnT>
                      <a:noFill/>
                    </a:lnT>
                    <a:lnB>
                      <a:noFill/>
                    </a:lnB>
                    <a:noFill/>
                  </a:tcPr>
                </a:tc>
                <a:tc>
                  <a:txBody>
                    <a:bodyPr/>
                    <a:lstStyle/>
                    <a:p>
                      <a:r>
                        <a:rPr lang="en-IN" sz="1400"/>
                        <a:t>Integration Adapter (Backend API)</a:t>
                      </a:r>
                    </a:p>
                  </a:txBody>
                  <a:tcPr marL="72486" marR="72486" marT="36243" marB="36243" anchor="ctr">
                    <a:lnL>
                      <a:noFill/>
                    </a:lnL>
                    <a:lnR>
                      <a:noFill/>
                    </a:lnR>
                    <a:lnT>
                      <a:noFill/>
                    </a:lnT>
                    <a:lnB>
                      <a:noFill/>
                    </a:lnB>
                    <a:noFill/>
                  </a:tcPr>
                </a:tc>
                <a:extLst>
                  <a:ext uri="{0D108BD9-81ED-4DB2-BD59-A6C34878D82A}">
                    <a16:rowId xmlns:a16="http://schemas.microsoft.com/office/drawing/2014/main" val="4189590913"/>
                  </a:ext>
                </a:extLst>
              </a:tr>
              <a:tr h="1159782">
                <a:tc>
                  <a:txBody>
                    <a:bodyPr/>
                    <a:lstStyle/>
                    <a:p>
                      <a:r>
                        <a:rPr lang="en-IN" sz="1400" b="1"/>
                        <a:t>Response</a:t>
                      </a:r>
                      <a:endParaRPr lang="en-IN" sz="1400"/>
                    </a:p>
                  </a:txBody>
                  <a:tcPr marL="72486" marR="72486" marT="36243" marB="36243" anchor="ctr">
                    <a:lnL>
                      <a:noFill/>
                    </a:lnL>
                    <a:lnR>
                      <a:noFill/>
                    </a:lnR>
                    <a:lnT>
                      <a:noFill/>
                    </a:lnT>
                    <a:lnB>
                      <a:noFill/>
                    </a:lnB>
                    <a:noFill/>
                  </a:tcPr>
                </a:tc>
                <a:tc>
                  <a:txBody>
                    <a:bodyPr/>
                    <a:lstStyle/>
                    <a:p>
                      <a:r>
                        <a:rPr lang="en-IN" sz="1400"/>
                        <a:t>The Integration Adapter detects the failure using timeouts, retries, or circuit breakers and prevents the failure from propagating to core business components. The system continues operating in a degraded but controlled mode</a:t>
                      </a:r>
                    </a:p>
                  </a:txBody>
                  <a:tcPr marL="72486" marR="72486" marT="36243" marB="36243" anchor="ctr">
                    <a:lnL>
                      <a:noFill/>
                    </a:lnL>
                    <a:lnR>
                      <a:noFill/>
                    </a:lnR>
                    <a:lnT>
                      <a:noFill/>
                    </a:lnT>
                    <a:lnB>
                      <a:noFill/>
                    </a:lnB>
                    <a:noFill/>
                  </a:tcPr>
                </a:tc>
                <a:extLst>
                  <a:ext uri="{0D108BD9-81ED-4DB2-BD59-A6C34878D82A}">
                    <a16:rowId xmlns:a16="http://schemas.microsoft.com/office/drawing/2014/main" val="1445647130"/>
                  </a:ext>
                </a:extLst>
              </a:tr>
              <a:tr h="724864">
                <a:tc>
                  <a:txBody>
                    <a:bodyPr/>
                    <a:lstStyle/>
                    <a:p>
                      <a:r>
                        <a:rPr lang="en-IN" sz="1400" b="1"/>
                        <a:t>Response Measure</a:t>
                      </a:r>
                      <a:endParaRPr lang="en-IN" sz="1400"/>
                    </a:p>
                  </a:txBody>
                  <a:tcPr marL="72486" marR="72486" marT="36243" marB="36243" anchor="ctr">
                    <a:lnL>
                      <a:noFill/>
                    </a:lnL>
                    <a:lnR>
                      <a:noFill/>
                    </a:lnR>
                    <a:lnT>
                      <a:noFill/>
                    </a:lnT>
                    <a:lnB>
                      <a:noFill/>
                    </a:lnB>
                    <a:noFill/>
                  </a:tcPr>
                </a:tc>
                <a:tc>
                  <a:txBody>
                    <a:bodyPr/>
                    <a:lstStyle/>
                    <a:p>
                      <a:r>
                        <a:rPr lang="en-IN" sz="1400" dirty="0"/>
                        <a:t>Core EXA functionality remains available and failures do not cascade beyond the Integration Adapter</a:t>
                      </a:r>
                    </a:p>
                  </a:txBody>
                  <a:tcPr marL="72486" marR="72486" marT="36243" marB="36243" anchor="ctr">
                    <a:lnL>
                      <a:noFill/>
                    </a:lnL>
                    <a:lnR>
                      <a:noFill/>
                    </a:lnR>
                    <a:lnT>
                      <a:noFill/>
                    </a:lnT>
                    <a:lnB>
                      <a:noFill/>
                    </a:lnB>
                    <a:noFill/>
                  </a:tcPr>
                </a:tc>
                <a:extLst>
                  <a:ext uri="{0D108BD9-81ED-4DB2-BD59-A6C34878D82A}">
                    <a16:rowId xmlns:a16="http://schemas.microsoft.com/office/drawing/2014/main" val="1643286551"/>
                  </a:ext>
                </a:extLst>
              </a:tr>
            </a:tbl>
          </a:graphicData>
        </a:graphic>
      </p:graphicFrame>
    </p:spTree>
    <p:extLst>
      <p:ext uri="{BB962C8B-B14F-4D97-AF65-F5344CB8AC3E}">
        <p14:creationId xmlns:p14="http://schemas.microsoft.com/office/powerpoint/2010/main" val="534078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359A-14C5-7420-7D3C-6272E9E43856}"/>
            </a:ext>
          </a:extLst>
        </p:cNvPr>
        <p:cNvGrpSpPr/>
        <p:nvPr/>
      </p:nvGrpSpPr>
      <p:grpSpPr>
        <a:xfrm>
          <a:off x="0" y="0"/>
          <a:ext cx="0" cy="0"/>
          <a:chOff x="0" y="0"/>
          <a:chExt cx="0" cy="0"/>
        </a:xfrm>
      </p:grpSpPr>
      <p:pic>
        <p:nvPicPr>
          <p:cNvPr id="6" name="Picture 5" descr="A computer screen shot of a blue square&#10;&#10;Description automatically generated">
            <a:extLst>
              <a:ext uri="{FF2B5EF4-FFF2-40B4-BE49-F238E27FC236}">
                <a16:creationId xmlns:a16="http://schemas.microsoft.com/office/drawing/2014/main" id="{64756387-0ECD-87E3-89D6-AFB651CF36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005" y="4483809"/>
            <a:ext cx="5002624" cy="2104684"/>
          </a:xfrm>
          <a:prstGeom prst="rect">
            <a:avLst/>
          </a:prstGeom>
        </p:spPr>
      </p:pic>
      <p:pic>
        <p:nvPicPr>
          <p:cNvPr id="8" name="Picture 7" descr="A screen shot of a computer&#10;&#10;Description automatically generated">
            <a:extLst>
              <a:ext uri="{FF2B5EF4-FFF2-40B4-BE49-F238E27FC236}">
                <a16:creationId xmlns:a16="http://schemas.microsoft.com/office/drawing/2014/main" id="{7731F945-049D-3EE4-2A14-C58B6E8F6A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005" y="2597228"/>
            <a:ext cx="5002624" cy="1663543"/>
          </a:xfrm>
          <a:prstGeom prst="rect">
            <a:avLst/>
          </a:prstGeom>
        </p:spPr>
      </p:pic>
      <p:pic>
        <p:nvPicPr>
          <p:cNvPr id="10" name="Picture 9" descr="A diagram of a computer&#10;&#10;Description automatically generated with medium confidence">
            <a:extLst>
              <a:ext uri="{FF2B5EF4-FFF2-40B4-BE49-F238E27FC236}">
                <a16:creationId xmlns:a16="http://schemas.microsoft.com/office/drawing/2014/main" id="{DDF59564-2438-153C-A486-73C9E01ACE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05" y="206707"/>
            <a:ext cx="5002624" cy="2197414"/>
          </a:xfrm>
          <a:prstGeom prst="rect">
            <a:avLst/>
          </a:prstGeom>
        </p:spPr>
      </p:pic>
      <p:pic>
        <p:nvPicPr>
          <p:cNvPr id="13" name="Picture 12" descr="A diagram of information on a black background&#10;&#10;Description automatically generated">
            <a:extLst>
              <a:ext uri="{FF2B5EF4-FFF2-40B4-BE49-F238E27FC236}">
                <a16:creationId xmlns:a16="http://schemas.microsoft.com/office/drawing/2014/main" id="{C61C75C9-A944-A64E-B956-B63FAF320A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94825" y="576882"/>
            <a:ext cx="6589170" cy="5704236"/>
          </a:xfrm>
          <a:prstGeom prst="rect">
            <a:avLst/>
          </a:prstGeom>
        </p:spPr>
      </p:pic>
    </p:spTree>
    <p:extLst>
      <p:ext uri="{BB962C8B-B14F-4D97-AF65-F5344CB8AC3E}">
        <p14:creationId xmlns:p14="http://schemas.microsoft.com/office/powerpoint/2010/main" val="3130857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1492E-D05F-0551-FB12-98F52F4AA679}"/>
              </a:ext>
            </a:extLst>
          </p:cNvPr>
          <p:cNvSpPr>
            <a:spLocks noGrp="1"/>
          </p:cNvSpPr>
          <p:nvPr>
            <p:ph type="title"/>
          </p:nvPr>
        </p:nvSpPr>
        <p:spPr/>
        <p:txBody>
          <a:bodyPr/>
          <a:lstStyle/>
          <a:p>
            <a:r>
              <a:rPr lang="en-US" dirty="0"/>
              <a:t>RELIABILITY PROBLEM - SOLUTION</a:t>
            </a:r>
          </a:p>
        </p:txBody>
      </p:sp>
      <p:sp>
        <p:nvSpPr>
          <p:cNvPr id="3" name="Content Placeholder 2">
            <a:extLst>
              <a:ext uri="{FF2B5EF4-FFF2-40B4-BE49-F238E27FC236}">
                <a16:creationId xmlns:a16="http://schemas.microsoft.com/office/drawing/2014/main" id="{986C3049-3CFB-C0C6-6DEA-D54AF5767D8C}"/>
              </a:ext>
            </a:extLst>
          </p:cNvPr>
          <p:cNvSpPr>
            <a:spLocks noGrp="1"/>
          </p:cNvSpPr>
          <p:nvPr>
            <p:ph idx="1"/>
          </p:nvPr>
        </p:nvSpPr>
        <p:spPr>
          <a:xfrm>
            <a:off x="838200" y="1576301"/>
            <a:ext cx="10515600" cy="4916574"/>
          </a:xfrm>
        </p:spPr>
        <p:txBody>
          <a:bodyPr>
            <a:normAutofit/>
          </a:bodyPr>
          <a:lstStyle/>
          <a:p>
            <a:pPr>
              <a:buFont typeface="Arial" panose="020B0604020202020204" pitchFamily="34" charset="0"/>
              <a:buChar char="•"/>
            </a:pPr>
            <a:r>
              <a:rPr lang="en-IN" sz="1600" dirty="0"/>
              <a:t>The solution introduces </a:t>
            </a:r>
            <a:r>
              <a:rPr lang="en-IN" sz="1600" b="1" dirty="0"/>
              <a:t>fault-tolerance mechanisms</a:t>
            </a:r>
            <a:r>
              <a:rPr lang="en-IN" sz="1600" dirty="0"/>
              <a:t> at the Integration Adapter level. All communication with external systems is guarded by :</a:t>
            </a:r>
          </a:p>
          <a:p>
            <a:pPr marL="742950" lvl="1" indent="-285750">
              <a:buFont typeface="Arial" panose="020B0604020202020204" pitchFamily="34" charset="0"/>
              <a:buChar char="•"/>
            </a:pPr>
            <a:r>
              <a:rPr lang="en-IN" sz="1600" dirty="0"/>
              <a:t>timeouts</a:t>
            </a:r>
          </a:p>
          <a:p>
            <a:pPr marL="742950" lvl="1" indent="-285750">
              <a:buFont typeface="Arial" panose="020B0604020202020204" pitchFamily="34" charset="0"/>
              <a:buChar char="•"/>
            </a:pPr>
            <a:r>
              <a:rPr lang="en-IN" sz="1600" dirty="0"/>
              <a:t>retries with backoff</a:t>
            </a:r>
          </a:p>
          <a:p>
            <a:pPr marL="742950" lvl="1" indent="-285750">
              <a:buFont typeface="Arial" panose="020B0604020202020204" pitchFamily="34" charset="0"/>
              <a:buChar char="•"/>
            </a:pPr>
            <a:r>
              <a:rPr lang="en-IN" sz="1600" dirty="0"/>
              <a:t>circuit breakers</a:t>
            </a:r>
          </a:p>
          <a:p>
            <a:pPr>
              <a:buFontTx/>
              <a:buChar char="-"/>
            </a:pPr>
            <a:r>
              <a:rPr lang="en-IN" sz="1600" dirty="0"/>
              <a:t>If an external system is unavailable, the Integration Adapter either:</a:t>
            </a:r>
          </a:p>
          <a:p>
            <a:pPr>
              <a:buFontTx/>
              <a:buChar char="-"/>
            </a:pPr>
            <a:r>
              <a:rPr lang="en-IN" sz="1600" dirty="0"/>
              <a:t>returns cached or last-known-valid data where possible or fails fast and allows the calling business component to continue in a degraded but controlled mode.</a:t>
            </a:r>
          </a:p>
          <a:p>
            <a:pPr>
              <a:buFontTx/>
              <a:buChar char="-"/>
            </a:pPr>
            <a:r>
              <a:rPr lang="en-IN" sz="1600" dirty="0"/>
              <a:t>This prevents cascading failures, ensures that EXA remains operational for core use cases, and significantly improves system reliability even when external dependencies are unstable.</a:t>
            </a:r>
          </a:p>
          <a:p>
            <a:pPr marL="0" indent="0">
              <a:buNone/>
            </a:pPr>
            <a:r>
              <a:rPr lang="en-IN" sz="1600" b="1" u="sng" dirty="0"/>
              <a:t>Result : </a:t>
            </a:r>
          </a:p>
          <a:p>
            <a:pPr>
              <a:buFont typeface="Arial" panose="020B0604020202020204" pitchFamily="34" charset="0"/>
              <a:buChar char="•"/>
            </a:pPr>
            <a:r>
              <a:rPr lang="en-IN" sz="1600" dirty="0"/>
              <a:t>External system outages are </a:t>
            </a:r>
            <a:r>
              <a:rPr lang="en-IN" sz="1600" b="1" dirty="0"/>
              <a:t>isolated</a:t>
            </a:r>
            <a:r>
              <a:rPr lang="en-IN" sz="1600" dirty="0"/>
              <a:t> from the rest of EXA.</a:t>
            </a:r>
          </a:p>
          <a:p>
            <a:pPr>
              <a:buFont typeface="Arial" panose="020B0604020202020204" pitchFamily="34" charset="0"/>
              <a:buChar char="•"/>
            </a:pPr>
            <a:r>
              <a:rPr lang="en-IN" sz="1600" dirty="0"/>
              <a:t>Core functionality continues to operate in a </a:t>
            </a:r>
            <a:r>
              <a:rPr lang="en-IN" sz="1600" b="1" dirty="0"/>
              <a:t>controlled or degraded mode</a:t>
            </a:r>
            <a:r>
              <a:rPr lang="en-IN" sz="1600" dirty="0"/>
              <a:t>.</a:t>
            </a:r>
          </a:p>
          <a:p>
            <a:pPr>
              <a:buFont typeface="Arial" panose="020B0604020202020204" pitchFamily="34" charset="0"/>
              <a:buChar char="•"/>
            </a:pPr>
            <a:r>
              <a:rPr lang="en-IN" sz="1600" dirty="0"/>
              <a:t>The system remains reliable even when external dependencies are unstable.</a:t>
            </a:r>
          </a:p>
          <a:p>
            <a:endParaRPr lang="en-US" sz="1600" dirty="0"/>
          </a:p>
        </p:txBody>
      </p:sp>
    </p:spTree>
    <p:extLst>
      <p:ext uri="{BB962C8B-B14F-4D97-AF65-F5344CB8AC3E}">
        <p14:creationId xmlns:p14="http://schemas.microsoft.com/office/powerpoint/2010/main" val="2424220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39D40-5BA7-2569-F1BD-6849E1830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B2F9C2-E074-AF8A-1377-DA20DFE3BF74}"/>
              </a:ext>
            </a:extLst>
          </p:cNvPr>
          <p:cNvSpPr>
            <a:spLocks noGrp="1"/>
          </p:cNvSpPr>
          <p:nvPr>
            <p:ph type="title"/>
          </p:nvPr>
        </p:nvSpPr>
        <p:spPr>
          <a:xfrm>
            <a:off x="-1791305" y="450104"/>
            <a:ext cx="10353762" cy="970450"/>
          </a:xfrm>
        </p:spPr>
        <p:txBody>
          <a:bodyPr>
            <a:normAutofit/>
          </a:bodyPr>
          <a:lstStyle/>
          <a:p>
            <a:r>
              <a:rPr lang="en-US" sz="3200" dirty="0"/>
              <a:t>SCALABILITY PROBLEM</a:t>
            </a:r>
          </a:p>
        </p:txBody>
      </p:sp>
      <p:sp>
        <p:nvSpPr>
          <p:cNvPr id="3" name="Content Placeholder 2">
            <a:extLst>
              <a:ext uri="{FF2B5EF4-FFF2-40B4-BE49-F238E27FC236}">
                <a16:creationId xmlns:a16="http://schemas.microsoft.com/office/drawing/2014/main" id="{507A19C4-06C0-422C-043A-49388C722F15}"/>
              </a:ext>
            </a:extLst>
          </p:cNvPr>
          <p:cNvSpPr>
            <a:spLocks noGrp="1"/>
          </p:cNvSpPr>
          <p:nvPr>
            <p:ph idx="1"/>
          </p:nvPr>
        </p:nvSpPr>
        <p:spPr>
          <a:xfrm>
            <a:off x="838200" y="1380680"/>
            <a:ext cx="7226300" cy="1192299"/>
          </a:xfrm>
        </p:spPr>
        <p:txBody>
          <a:bodyPr>
            <a:normAutofit/>
          </a:bodyPr>
          <a:lstStyle/>
          <a:p>
            <a:pPr marL="0" indent="0">
              <a:buNone/>
            </a:pPr>
            <a:r>
              <a:rPr lang="en-IN" sz="1400" dirty="0"/>
              <a:t>At predictable times such as the beginning of the semester or during exam registration openings, </a:t>
            </a:r>
            <a:r>
              <a:rPr lang="en-IN" sz="1400" b="1" dirty="0"/>
              <a:t>hundreds or thousands of students</a:t>
            </a:r>
            <a:r>
              <a:rPr lang="en-IN" sz="1400" dirty="0"/>
              <a:t> may simultaneously attempt to register for exam terms or view schedules.</a:t>
            </a:r>
            <a:br>
              <a:rPr lang="en-IN" sz="1400" dirty="0"/>
            </a:br>
            <a:r>
              <a:rPr lang="en-IN" sz="1400" dirty="0"/>
              <a:t>This leads to sudden spikes in load on the Backend API, particularly on registration-related components and database access.</a:t>
            </a:r>
          </a:p>
        </p:txBody>
      </p:sp>
      <p:pic>
        <p:nvPicPr>
          <p:cNvPr id="4" name="Picture 3">
            <a:extLst>
              <a:ext uri="{FF2B5EF4-FFF2-40B4-BE49-F238E27FC236}">
                <a16:creationId xmlns:a16="http://schemas.microsoft.com/office/drawing/2014/main" id="{E37E8AB3-C565-EBB4-D07A-9E8F74AEB62D}"/>
              </a:ext>
            </a:extLst>
          </p:cNvPr>
          <p:cNvPicPr>
            <a:picLocks noChangeAspect="1"/>
          </p:cNvPicPr>
          <p:nvPr/>
        </p:nvPicPr>
        <p:blipFill>
          <a:blip r:embed="rId2"/>
          <a:stretch>
            <a:fillRect/>
          </a:stretch>
        </p:blipFill>
        <p:spPr>
          <a:xfrm>
            <a:off x="8153400" y="365126"/>
            <a:ext cx="3755570" cy="2207853"/>
          </a:xfrm>
          <a:prstGeom prst="rect">
            <a:avLst/>
          </a:prstGeom>
        </p:spPr>
      </p:pic>
      <p:pic>
        <p:nvPicPr>
          <p:cNvPr id="5" name="Picture 4">
            <a:extLst>
              <a:ext uri="{FF2B5EF4-FFF2-40B4-BE49-F238E27FC236}">
                <a16:creationId xmlns:a16="http://schemas.microsoft.com/office/drawing/2014/main" id="{001737CF-8176-6A2B-F7DD-BFACAF39465B}"/>
              </a:ext>
            </a:extLst>
          </p:cNvPr>
          <p:cNvPicPr>
            <a:picLocks noChangeAspect="1"/>
          </p:cNvPicPr>
          <p:nvPr/>
        </p:nvPicPr>
        <p:blipFill>
          <a:blip r:embed="rId3"/>
          <a:stretch>
            <a:fillRect/>
          </a:stretch>
        </p:blipFill>
        <p:spPr>
          <a:xfrm>
            <a:off x="8153400" y="2728726"/>
            <a:ext cx="3755570" cy="1922494"/>
          </a:xfrm>
          <a:prstGeom prst="rect">
            <a:avLst/>
          </a:prstGeom>
        </p:spPr>
      </p:pic>
      <p:graphicFrame>
        <p:nvGraphicFramePr>
          <p:cNvPr id="6" name="Table 5">
            <a:extLst>
              <a:ext uri="{FF2B5EF4-FFF2-40B4-BE49-F238E27FC236}">
                <a16:creationId xmlns:a16="http://schemas.microsoft.com/office/drawing/2014/main" id="{9AC26A06-43AB-6CAC-411E-02ACD94B8D69}"/>
              </a:ext>
            </a:extLst>
          </p:cNvPr>
          <p:cNvGraphicFramePr>
            <a:graphicFrameLocks noGrp="1"/>
          </p:cNvGraphicFramePr>
          <p:nvPr>
            <p:extLst>
              <p:ext uri="{D42A27DB-BD31-4B8C-83A1-F6EECF244321}">
                <p14:modId xmlns:p14="http://schemas.microsoft.com/office/powerpoint/2010/main" val="887941306"/>
              </p:ext>
            </p:extLst>
          </p:nvPr>
        </p:nvGraphicFramePr>
        <p:xfrm>
          <a:off x="838200" y="2728726"/>
          <a:ext cx="8207572" cy="4059236"/>
        </p:xfrm>
        <a:graphic>
          <a:graphicData uri="http://schemas.openxmlformats.org/drawingml/2006/table">
            <a:tbl>
              <a:tblPr/>
              <a:tblGrid>
                <a:gridCol w="1957486">
                  <a:extLst>
                    <a:ext uri="{9D8B030D-6E8A-4147-A177-3AD203B41FA5}">
                      <a16:colId xmlns:a16="http://schemas.microsoft.com/office/drawing/2014/main" val="3441313519"/>
                    </a:ext>
                  </a:extLst>
                </a:gridCol>
                <a:gridCol w="6250086">
                  <a:extLst>
                    <a:ext uri="{9D8B030D-6E8A-4147-A177-3AD203B41FA5}">
                      <a16:colId xmlns:a16="http://schemas.microsoft.com/office/drawing/2014/main" val="3408472008"/>
                    </a:ext>
                  </a:extLst>
                </a:gridCol>
              </a:tblGrid>
              <a:tr h="289945">
                <a:tc>
                  <a:txBody>
                    <a:bodyPr/>
                    <a:lstStyle/>
                    <a:p>
                      <a:r>
                        <a:rPr lang="en-IN" sz="1400"/>
                        <a:t>Field</a:t>
                      </a:r>
                    </a:p>
                  </a:txBody>
                  <a:tcPr marL="72486" marR="72486" marT="36243" marB="36243" anchor="ctr">
                    <a:lnL>
                      <a:noFill/>
                    </a:lnL>
                    <a:lnR>
                      <a:noFill/>
                    </a:lnR>
                    <a:lnT>
                      <a:noFill/>
                    </a:lnT>
                    <a:lnB>
                      <a:noFill/>
                    </a:lnB>
                    <a:noFill/>
                  </a:tcPr>
                </a:tc>
                <a:tc>
                  <a:txBody>
                    <a:bodyPr/>
                    <a:lstStyle/>
                    <a:p>
                      <a:r>
                        <a:rPr lang="en-IN" sz="1400" dirty="0"/>
                        <a:t>Description</a:t>
                      </a:r>
                    </a:p>
                  </a:txBody>
                  <a:tcPr marL="72486" marR="72486" marT="36243" marB="36243" anchor="ctr">
                    <a:lnL>
                      <a:noFill/>
                    </a:lnL>
                    <a:lnR>
                      <a:noFill/>
                    </a:lnR>
                    <a:lnT>
                      <a:noFill/>
                    </a:lnT>
                    <a:lnB>
                      <a:noFill/>
                    </a:lnB>
                    <a:noFill/>
                  </a:tcPr>
                </a:tc>
                <a:extLst>
                  <a:ext uri="{0D108BD9-81ED-4DB2-BD59-A6C34878D82A}">
                    <a16:rowId xmlns:a16="http://schemas.microsoft.com/office/drawing/2014/main" val="1541138862"/>
                  </a:ext>
                </a:extLst>
              </a:tr>
              <a:tr h="289945">
                <a:tc>
                  <a:txBody>
                    <a:bodyPr/>
                    <a:lstStyle/>
                    <a:p>
                      <a:r>
                        <a:rPr lang="en-IN" sz="1400" b="1"/>
                        <a:t>Quality Attribute</a:t>
                      </a:r>
                      <a:endParaRPr lang="en-IN" sz="1400"/>
                    </a:p>
                  </a:txBody>
                  <a:tcPr marL="72486" marR="72486" marT="36243" marB="36243" anchor="ctr">
                    <a:lnL>
                      <a:noFill/>
                    </a:lnL>
                    <a:lnR>
                      <a:noFill/>
                    </a:lnR>
                    <a:lnT>
                      <a:noFill/>
                    </a:lnT>
                    <a:lnB>
                      <a:noFill/>
                    </a:lnB>
                    <a:noFill/>
                  </a:tcPr>
                </a:tc>
                <a:tc>
                  <a:txBody>
                    <a:bodyPr/>
                    <a:lstStyle/>
                    <a:p>
                      <a:r>
                        <a:rPr lang="en-IN" sz="1400"/>
                        <a:t>Scalability</a:t>
                      </a:r>
                    </a:p>
                  </a:txBody>
                  <a:tcPr marL="72486" marR="72486" marT="36243" marB="36243" anchor="ctr">
                    <a:lnL>
                      <a:noFill/>
                    </a:lnL>
                    <a:lnR>
                      <a:noFill/>
                    </a:lnR>
                    <a:lnT>
                      <a:noFill/>
                    </a:lnT>
                    <a:lnB>
                      <a:noFill/>
                    </a:lnB>
                    <a:noFill/>
                  </a:tcPr>
                </a:tc>
                <a:extLst>
                  <a:ext uri="{0D108BD9-81ED-4DB2-BD59-A6C34878D82A}">
                    <a16:rowId xmlns:a16="http://schemas.microsoft.com/office/drawing/2014/main" val="3424056702"/>
                  </a:ext>
                </a:extLst>
              </a:tr>
              <a:tr h="289945">
                <a:tc>
                  <a:txBody>
                    <a:bodyPr/>
                    <a:lstStyle/>
                    <a:p>
                      <a:r>
                        <a:rPr lang="en-IN" sz="1400" b="1"/>
                        <a:t>Source of Stimulus</a:t>
                      </a:r>
                      <a:endParaRPr lang="en-IN" sz="1400"/>
                    </a:p>
                  </a:txBody>
                  <a:tcPr marL="72486" marR="72486" marT="36243" marB="36243" anchor="ctr">
                    <a:lnL>
                      <a:noFill/>
                    </a:lnL>
                    <a:lnR>
                      <a:noFill/>
                    </a:lnR>
                    <a:lnT>
                      <a:noFill/>
                    </a:lnT>
                    <a:lnB>
                      <a:noFill/>
                    </a:lnB>
                    <a:noFill/>
                  </a:tcPr>
                </a:tc>
                <a:tc>
                  <a:txBody>
                    <a:bodyPr/>
                    <a:lstStyle/>
                    <a:p>
                      <a:r>
                        <a:rPr lang="en-IN" sz="1400"/>
                        <a:t>Students</a:t>
                      </a:r>
                    </a:p>
                  </a:txBody>
                  <a:tcPr marL="72486" marR="72486" marT="36243" marB="36243" anchor="ctr">
                    <a:lnL>
                      <a:noFill/>
                    </a:lnL>
                    <a:lnR>
                      <a:noFill/>
                    </a:lnR>
                    <a:lnT>
                      <a:noFill/>
                    </a:lnT>
                    <a:lnB>
                      <a:noFill/>
                    </a:lnB>
                    <a:noFill/>
                  </a:tcPr>
                </a:tc>
                <a:extLst>
                  <a:ext uri="{0D108BD9-81ED-4DB2-BD59-A6C34878D82A}">
                    <a16:rowId xmlns:a16="http://schemas.microsoft.com/office/drawing/2014/main" val="2175101912"/>
                  </a:ext>
                </a:extLst>
              </a:tr>
              <a:tr h="507405">
                <a:tc>
                  <a:txBody>
                    <a:bodyPr/>
                    <a:lstStyle/>
                    <a:p>
                      <a:r>
                        <a:rPr lang="en-IN" sz="1400" b="1"/>
                        <a:t>Stimulus</a:t>
                      </a:r>
                      <a:endParaRPr lang="en-IN" sz="1400"/>
                    </a:p>
                  </a:txBody>
                  <a:tcPr marL="72486" marR="72486" marT="36243" marB="36243" anchor="ctr">
                    <a:lnL>
                      <a:noFill/>
                    </a:lnL>
                    <a:lnR>
                      <a:noFill/>
                    </a:lnR>
                    <a:lnT>
                      <a:noFill/>
                    </a:lnT>
                    <a:lnB>
                      <a:noFill/>
                    </a:lnB>
                    <a:noFill/>
                  </a:tcPr>
                </a:tc>
                <a:tc>
                  <a:txBody>
                    <a:bodyPr/>
                    <a:lstStyle/>
                    <a:p>
                      <a:r>
                        <a:rPr lang="en-IN" sz="1400"/>
                        <a:t>A large number of concurrent requests arrive at the system</a:t>
                      </a:r>
                    </a:p>
                  </a:txBody>
                  <a:tcPr marL="72486" marR="72486" marT="36243" marB="36243" anchor="ctr">
                    <a:lnL>
                      <a:noFill/>
                    </a:lnL>
                    <a:lnR>
                      <a:noFill/>
                    </a:lnR>
                    <a:lnT>
                      <a:noFill/>
                    </a:lnT>
                    <a:lnB>
                      <a:noFill/>
                    </a:lnB>
                    <a:noFill/>
                  </a:tcPr>
                </a:tc>
                <a:extLst>
                  <a:ext uri="{0D108BD9-81ED-4DB2-BD59-A6C34878D82A}">
                    <a16:rowId xmlns:a16="http://schemas.microsoft.com/office/drawing/2014/main" val="1508562039"/>
                  </a:ext>
                </a:extLst>
              </a:tr>
              <a:tr h="289945">
                <a:tc>
                  <a:txBody>
                    <a:bodyPr/>
                    <a:lstStyle/>
                    <a:p>
                      <a:r>
                        <a:rPr lang="en-IN" sz="1400" b="1"/>
                        <a:t>Environment</a:t>
                      </a:r>
                      <a:endParaRPr lang="en-IN" sz="1400"/>
                    </a:p>
                  </a:txBody>
                  <a:tcPr marL="72486" marR="72486" marT="36243" marB="36243" anchor="ctr">
                    <a:lnL>
                      <a:noFill/>
                    </a:lnL>
                    <a:lnR>
                      <a:noFill/>
                    </a:lnR>
                    <a:lnT>
                      <a:noFill/>
                    </a:lnT>
                    <a:lnB>
                      <a:noFill/>
                    </a:lnB>
                    <a:noFill/>
                  </a:tcPr>
                </a:tc>
                <a:tc>
                  <a:txBody>
                    <a:bodyPr/>
                    <a:lstStyle/>
                    <a:p>
                      <a:r>
                        <a:rPr lang="en-IN" sz="1400"/>
                        <a:t>Peak usage periods (e.g. exam registration opening)</a:t>
                      </a:r>
                    </a:p>
                  </a:txBody>
                  <a:tcPr marL="72486" marR="72486" marT="36243" marB="36243" anchor="ctr">
                    <a:lnL>
                      <a:noFill/>
                    </a:lnL>
                    <a:lnR>
                      <a:noFill/>
                    </a:lnR>
                    <a:lnT>
                      <a:noFill/>
                    </a:lnT>
                    <a:lnB>
                      <a:noFill/>
                    </a:lnB>
                    <a:noFill/>
                  </a:tcPr>
                </a:tc>
                <a:extLst>
                  <a:ext uri="{0D108BD9-81ED-4DB2-BD59-A6C34878D82A}">
                    <a16:rowId xmlns:a16="http://schemas.microsoft.com/office/drawing/2014/main" val="1453488838"/>
                  </a:ext>
                </a:extLst>
              </a:tr>
              <a:tr h="507405">
                <a:tc>
                  <a:txBody>
                    <a:bodyPr/>
                    <a:lstStyle/>
                    <a:p>
                      <a:r>
                        <a:rPr lang="en-IN" sz="1400" b="1"/>
                        <a:t>Artifact</a:t>
                      </a:r>
                      <a:endParaRPr lang="en-IN" sz="1400"/>
                    </a:p>
                  </a:txBody>
                  <a:tcPr marL="72486" marR="72486" marT="36243" marB="36243" anchor="ctr">
                    <a:lnL>
                      <a:noFill/>
                    </a:lnL>
                    <a:lnR>
                      <a:noFill/>
                    </a:lnR>
                    <a:lnT>
                      <a:noFill/>
                    </a:lnT>
                    <a:lnB>
                      <a:noFill/>
                    </a:lnB>
                    <a:noFill/>
                  </a:tcPr>
                </a:tc>
                <a:tc>
                  <a:txBody>
                    <a:bodyPr/>
                    <a:lstStyle/>
                    <a:p>
                      <a:r>
                        <a:rPr lang="en-IN" sz="1400"/>
                        <a:t>Backend API container, especially Registration Management</a:t>
                      </a:r>
                    </a:p>
                  </a:txBody>
                  <a:tcPr marL="72486" marR="72486" marT="36243" marB="36243" anchor="ctr">
                    <a:lnL>
                      <a:noFill/>
                    </a:lnL>
                    <a:lnR>
                      <a:noFill/>
                    </a:lnR>
                    <a:lnT>
                      <a:noFill/>
                    </a:lnT>
                    <a:lnB>
                      <a:noFill/>
                    </a:lnB>
                    <a:noFill/>
                  </a:tcPr>
                </a:tc>
                <a:extLst>
                  <a:ext uri="{0D108BD9-81ED-4DB2-BD59-A6C34878D82A}">
                    <a16:rowId xmlns:a16="http://schemas.microsoft.com/office/drawing/2014/main" val="1347179215"/>
                  </a:ext>
                </a:extLst>
              </a:tr>
              <a:tr h="1159782">
                <a:tc>
                  <a:txBody>
                    <a:bodyPr/>
                    <a:lstStyle/>
                    <a:p>
                      <a:r>
                        <a:rPr lang="en-IN" sz="1400" b="1"/>
                        <a:t>Response</a:t>
                      </a:r>
                      <a:endParaRPr lang="en-IN" sz="1400"/>
                    </a:p>
                  </a:txBody>
                  <a:tcPr marL="72486" marR="72486" marT="36243" marB="36243" anchor="ctr">
                    <a:lnL>
                      <a:noFill/>
                    </a:lnL>
                    <a:lnR>
                      <a:noFill/>
                    </a:lnR>
                    <a:lnT>
                      <a:noFill/>
                    </a:lnT>
                    <a:lnB>
                      <a:noFill/>
                    </a:lnB>
                    <a:noFill/>
                  </a:tcPr>
                </a:tc>
                <a:tc>
                  <a:txBody>
                    <a:bodyPr/>
                    <a:lstStyle/>
                    <a:p>
                      <a:r>
                        <a:rPr lang="en-IN" sz="1400" dirty="0"/>
                        <a:t>The Backend API scales horizontally by running multiple stateless instances behind a load balancer. Requests are distributed across instances and database access is optimized using connection pooling</a:t>
                      </a:r>
                    </a:p>
                  </a:txBody>
                  <a:tcPr marL="72486" marR="72486" marT="36243" marB="36243" anchor="ctr">
                    <a:lnL>
                      <a:noFill/>
                    </a:lnL>
                    <a:lnR>
                      <a:noFill/>
                    </a:lnR>
                    <a:lnT>
                      <a:noFill/>
                    </a:lnT>
                    <a:lnB>
                      <a:noFill/>
                    </a:lnB>
                    <a:noFill/>
                  </a:tcPr>
                </a:tc>
                <a:extLst>
                  <a:ext uri="{0D108BD9-81ED-4DB2-BD59-A6C34878D82A}">
                    <a16:rowId xmlns:a16="http://schemas.microsoft.com/office/drawing/2014/main" val="272562500"/>
                  </a:ext>
                </a:extLst>
              </a:tr>
              <a:tr h="724864">
                <a:tc>
                  <a:txBody>
                    <a:bodyPr/>
                    <a:lstStyle/>
                    <a:p>
                      <a:r>
                        <a:rPr lang="en-IN" sz="1400" b="1"/>
                        <a:t>Response Measure</a:t>
                      </a:r>
                      <a:endParaRPr lang="en-IN" sz="1400"/>
                    </a:p>
                  </a:txBody>
                  <a:tcPr marL="72486" marR="72486" marT="36243" marB="36243" anchor="ctr">
                    <a:lnL>
                      <a:noFill/>
                    </a:lnL>
                    <a:lnR>
                      <a:noFill/>
                    </a:lnR>
                    <a:lnT>
                      <a:noFill/>
                    </a:lnT>
                    <a:lnB>
                      <a:noFill/>
                    </a:lnB>
                    <a:noFill/>
                  </a:tcPr>
                </a:tc>
                <a:tc>
                  <a:txBody>
                    <a:bodyPr/>
                    <a:lstStyle/>
                    <a:p>
                      <a:r>
                        <a:rPr lang="en-IN" sz="1400" dirty="0"/>
                        <a:t>The system handles large bursts of concurrent requests without request failures or unacceptable response-time degradation</a:t>
                      </a:r>
                    </a:p>
                  </a:txBody>
                  <a:tcPr marL="72486" marR="72486" marT="36243" marB="36243" anchor="ctr">
                    <a:lnL>
                      <a:noFill/>
                    </a:lnL>
                    <a:lnR>
                      <a:noFill/>
                    </a:lnR>
                    <a:lnT>
                      <a:noFill/>
                    </a:lnT>
                    <a:lnB>
                      <a:noFill/>
                    </a:lnB>
                    <a:noFill/>
                  </a:tcPr>
                </a:tc>
                <a:extLst>
                  <a:ext uri="{0D108BD9-81ED-4DB2-BD59-A6C34878D82A}">
                    <a16:rowId xmlns:a16="http://schemas.microsoft.com/office/drawing/2014/main" val="1136433596"/>
                  </a:ext>
                </a:extLst>
              </a:tr>
            </a:tbl>
          </a:graphicData>
        </a:graphic>
      </p:graphicFrame>
    </p:spTree>
    <p:extLst>
      <p:ext uri="{BB962C8B-B14F-4D97-AF65-F5344CB8AC3E}">
        <p14:creationId xmlns:p14="http://schemas.microsoft.com/office/powerpoint/2010/main" val="4207599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89FD4-F64C-5040-48BE-90CE4AED22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E253C-2669-E61B-5E0B-3E768F7A81C7}"/>
              </a:ext>
            </a:extLst>
          </p:cNvPr>
          <p:cNvSpPr>
            <a:spLocks noGrp="1"/>
          </p:cNvSpPr>
          <p:nvPr>
            <p:ph type="title"/>
          </p:nvPr>
        </p:nvSpPr>
        <p:spPr/>
        <p:txBody>
          <a:bodyPr/>
          <a:lstStyle/>
          <a:p>
            <a:r>
              <a:rPr lang="en-US" dirty="0"/>
              <a:t>SCALABILITY PROBLEM - SOLUTION</a:t>
            </a:r>
          </a:p>
        </p:txBody>
      </p:sp>
      <p:sp>
        <p:nvSpPr>
          <p:cNvPr id="3" name="Content Placeholder 2">
            <a:extLst>
              <a:ext uri="{FF2B5EF4-FFF2-40B4-BE49-F238E27FC236}">
                <a16:creationId xmlns:a16="http://schemas.microsoft.com/office/drawing/2014/main" id="{54DA6D41-842D-DABC-4394-97E36FBBDAC3}"/>
              </a:ext>
            </a:extLst>
          </p:cNvPr>
          <p:cNvSpPr>
            <a:spLocks noGrp="1"/>
          </p:cNvSpPr>
          <p:nvPr>
            <p:ph idx="1"/>
          </p:nvPr>
        </p:nvSpPr>
        <p:spPr>
          <a:xfrm>
            <a:off x="838200" y="1576301"/>
            <a:ext cx="6711778" cy="4916574"/>
          </a:xfrm>
        </p:spPr>
        <p:txBody>
          <a:bodyPr>
            <a:noAutofit/>
          </a:bodyPr>
          <a:lstStyle/>
          <a:p>
            <a:r>
              <a:rPr lang="en-IN" sz="1400" dirty="0"/>
              <a:t>The solution leverages </a:t>
            </a:r>
            <a:r>
              <a:rPr lang="en-IN" sz="1400" b="1" dirty="0"/>
              <a:t>horizontal scalability</a:t>
            </a:r>
            <a:r>
              <a:rPr lang="en-IN" sz="1400" dirty="0"/>
              <a:t> of the Backend API container.</a:t>
            </a:r>
            <a:br>
              <a:rPr lang="en-IN" sz="1400" dirty="0"/>
            </a:br>
            <a:r>
              <a:rPr lang="en-IN" sz="1400" dirty="0"/>
              <a:t>The Registration Management component is designed to be stateless, allowing multiple instances to be deployed behind a load balancer.</a:t>
            </a:r>
          </a:p>
          <a:p>
            <a:r>
              <a:rPr lang="en-IN" sz="1400" dirty="0"/>
              <a:t>Database access is optimized through connection pooling and efficient transaction handling, while predictable peak periods are handled by </a:t>
            </a:r>
            <a:r>
              <a:rPr lang="en-IN" sz="1400" b="1" dirty="0"/>
              <a:t>pre-scaling</a:t>
            </a:r>
            <a:r>
              <a:rPr lang="en-IN" sz="1400" dirty="0"/>
              <a:t> backend instances ahead of time.</a:t>
            </a:r>
          </a:p>
          <a:p>
            <a:pPr marL="0" indent="0">
              <a:buNone/>
            </a:pPr>
            <a:endParaRPr lang="en-IN" sz="1400" dirty="0"/>
          </a:p>
          <a:p>
            <a:pPr marL="0" indent="0">
              <a:buNone/>
            </a:pPr>
            <a:r>
              <a:rPr lang="en-IN" sz="1400" dirty="0"/>
              <a:t>Design backend components (especially </a:t>
            </a:r>
            <a:r>
              <a:rPr lang="en-IN" sz="1400" b="1" dirty="0"/>
              <a:t>Registration Management</a:t>
            </a:r>
            <a:r>
              <a:rPr lang="en-IN" sz="1400" dirty="0"/>
              <a:t>) to be </a:t>
            </a:r>
            <a:r>
              <a:rPr lang="en-IN" sz="1400" b="1" dirty="0"/>
              <a:t>stateless</a:t>
            </a:r>
            <a:r>
              <a:rPr lang="en-IN" sz="1400" dirty="0"/>
              <a:t>.</a:t>
            </a:r>
          </a:p>
          <a:p>
            <a:pPr>
              <a:buFont typeface="Arial" panose="020B0604020202020204" pitchFamily="34" charset="0"/>
              <a:buChar char="•"/>
            </a:pPr>
            <a:r>
              <a:rPr lang="en-IN" sz="1400" dirty="0"/>
              <a:t>Deploy the </a:t>
            </a:r>
            <a:r>
              <a:rPr lang="en-IN" sz="1400" b="1" dirty="0"/>
              <a:t>Backend API</a:t>
            </a:r>
            <a:r>
              <a:rPr lang="en-IN" sz="1400" dirty="0"/>
              <a:t> as multiple instances behind a load balancer.</a:t>
            </a:r>
          </a:p>
          <a:p>
            <a:pPr>
              <a:buFont typeface="Arial" panose="020B0604020202020204" pitchFamily="34" charset="0"/>
              <a:buChar char="•"/>
            </a:pPr>
            <a:r>
              <a:rPr lang="en-IN" sz="1400" dirty="0"/>
              <a:t>Use:</a:t>
            </a:r>
          </a:p>
          <a:p>
            <a:pPr marL="742950" lvl="1" indent="-285750">
              <a:buFont typeface="Arial" panose="020B0604020202020204" pitchFamily="34" charset="0"/>
              <a:buChar char="•"/>
            </a:pPr>
            <a:r>
              <a:rPr lang="en-IN" sz="1400" dirty="0"/>
              <a:t>horizontal scaling</a:t>
            </a:r>
          </a:p>
          <a:p>
            <a:pPr marL="742950" lvl="1" indent="-285750">
              <a:buFont typeface="Arial" panose="020B0604020202020204" pitchFamily="34" charset="0"/>
              <a:buChar char="•"/>
            </a:pPr>
            <a:r>
              <a:rPr lang="en-IN" sz="1400" dirty="0"/>
              <a:t>connection pooling</a:t>
            </a:r>
          </a:p>
          <a:p>
            <a:pPr marL="742950" lvl="1" indent="-285750">
              <a:buFont typeface="Arial" panose="020B0604020202020204" pitchFamily="34" charset="0"/>
              <a:buChar char="•"/>
            </a:pPr>
            <a:r>
              <a:rPr lang="en-IN" sz="1400" dirty="0"/>
              <a:t>pre-scaling during known peak periods</a:t>
            </a:r>
          </a:p>
          <a:p>
            <a:r>
              <a:rPr lang="en-IN" sz="1400" b="1" dirty="0"/>
              <a:t>Result</a:t>
            </a:r>
          </a:p>
          <a:p>
            <a:pPr>
              <a:buFont typeface="Arial" panose="020B0604020202020204" pitchFamily="34" charset="0"/>
              <a:buChar char="•"/>
            </a:pPr>
            <a:r>
              <a:rPr lang="en-IN" sz="1400" dirty="0"/>
              <a:t>The system can handle </a:t>
            </a:r>
            <a:r>
              <a:rPr lang="en-IN" sz="1400" b="1" dirty="0"/>
              <a:t>large bursts of concurrent requests</a:t>
            </a:r>
            <a:r>
              <a:rPr lang="en-IN" sz="1400" dirty="0"/>
              <a:t>.</a:t>
            </a:r>
          </a:p>
          <a:p>
            <a:pPr>
              <a:buFont typeface="Arial" panose="020B0604020202020204" pitchFamily="34" charset="0"/>
              <a:buChar char="•"/>
            </a:pPr>
            <a:r>
              <a:rPr lang="en-IN" sz="1400" dirty="0"/>
              <a:t>Performance remains stable during peak usage.</a:t>
            </a:r>
          </a:p>
          <a:p>
            <a:pPr>
              <a:buFont typeface="Arial" panose="020B0604020202020204" pitchFamily="34" charset="0"/>
              <a:buChar char="•"/>
            </a:pPr>
            <a:r>
              <a:rPr lang="en-IN" sz="1400" dirty="0"/>
              <a:t>Scalability requirements are met without architectural complexity.</a:t>
            </a:r>
          </a:p>
          <a:p>
            <a:endParaRPr lang="en-IN" sz="1400" dirty="0"/>
          </a:p>
        </p:txBody>
      </p:sp>
      <p:pic>
        <p:nvPicPr>
          <p:cNvPr id="4" name="Picture 3">
            <a:extLst>
              <a:ext uri="{FF2B5EF4-FFF2-40B4-BE49-F238E27FC236}">
                <a16:creationId xmlns:a16="http://schemas.microsoft.com/office/drawing/2014/main" id="{0A82EF55-1F5E-91C9-E445-35B2ED7EC62C}"/>
              </a:ext>
            </a:extLst>
          </p:cNvPr>
          <p:cNvPicPr>
            <a:picLocks noChangeAspect="1"/>
          </p:cNvPicPr>
          <p:nvPr/>
        </p:nvPicPr>
        <p:blipFill>
          <a:blip r:embed="rId2"/>
          <a:stretch>
            <a:fillRect/>
          </a:stretch>
        </p:blipFill>
        <p:spPr>
          <a:xfrm>
            <a:off x="7821386" y="1576301"/>
            <a:ext cx="3985984" cy="2627927"/>
          </a:xfrm>
          <a:prstGeom prst="rect">
            <a:avLst/>
          </a:prstGeom>
        </p:spPr>
      </p:pic>
    </p:spTree>
    <p:extLst>
      <p:ext uri="{BB962C8B-B14F-4D97-AF65-F5344CB8AC3E}">
        <p14:creationId xmlns:p14="http://schemas.microsoft.com/office/powerpoint/2010/main" val="3582287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F80A-071C-338C-291F-2AD14EF3B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47146-4EA1-AA67-17BB-5CA0BD57D447}"/>
              </a:ext>
            </a:extLst>
          </p:cNvPr>
          <p:cNvSpPr>
            <a:spLocks noGrp="1"/>
          </p:cNvSpPr>
          <p:nvPr>
            <p:ph type="title"/>
          </p:nvPr>
        </p:nvSpPr>
        <p:spPr/>
        <p:txBody>
          <a:bodyPr/>
          <a:lstStyle/>
          <a:p>
            <a:r>
              <a:rPr lang="en-001" dirty="0"/>
              <a:t>SECURITY </a:t>
            </a:r>
            <a:r>
              <a:rPr lang="en-US" dirty="0"/>
              <a:t>PROBLEM</a:t>
            </a:r>
          </a:p>
        </p:txBody>
      </p:sp>
      <p:sp>
        <p:nvSpPr>
          <p:cNvPr id="3" name="Content Placeholder 2">
            <a:extLst>
              <a:ext uri="{FF2B5EF4-FFF2-40B4-BE49-F238E27FC236}">
                <a16:creationId xmlns:a16="http://schemas.microsoft.com/office/drawing/2014/main" id="{3275C814-2661-2F57-ADD4-4A961CB1C671}"/>
              </a:ext>
            </a:extLst>
          </p:cNvPr>
          <p:cNvSpPr>
            <a:spLocks noGrp="1"/>
          </p:cNvSpPr>
          <p:nvPr>
            <p:ph idx="1"/>
          </p:nvPr>
        </p:nvSpPr>
        <p:spPr>
          <a:xfrm>
            <a:off x="838200" y="1576301"/>
            <a:ext cx="5822092" cy="4916574"/>
          </a:xfrm>
        </p:spPr>
        <p:txBody>
          <a:bodyPr>
            <a:normAutofit fontScale="92500" lnSpcReduction="10000"/>
          </a:bodyPr>
          <a:lstStyle/>
          <a:p>
            <a:pPr marL="0" indent="0">
              <a:buNone/>
            </a:pPr>
            <a:r>
              <a:rPr lang="en-US" sz="2400" dirty="0"/>
              <a:t>An attacker sends a grade edit request to Grading Management component.</a:t>
            </a:r>
            <a:endParaRPr lang="en-001" sz="2400" dirty="0"/>
          </a:p>
          <a:p>
            <a:pPr marL="0" indent="0">
              <a:buNone/>
            </a:pPr>
            <a:endParaRPr lang="en-001" sz="2400" dirty="0"/>
          </a:p>
          <a:p>
            <a:pPr marL="0" indent="0">
              <a:buNone/>
            </a:pPr>
            <a:r>
              <a:rPr lang="en-001" sz="3200" dirty="0"/>
              <a:t>Solution:</a:t>
            </a:r>
          </a:p>
          <a:p>
            <a:pPr marL="0" indent="0">
              <a:buNone/>
            </a:pPr>
            <a:endParaRPr lang="en-001" sz="2400" dirty="0"/>
          </a:p>
          <a:p>
            <a:pPr marL="0" indent="0">
              <a:buNone/>
            </a:pPr>
            <a:r>
              <a:rPr lang="en-US" sz="2400" dirty="0"/>
              <a:t>The request is detected, an attacker is not recognized as a teacher, notification is sent (or the grades data is restored).</a:t>
            </a:r>
            <a:endParaRPr lang="en-001" sz="2400" dirty="0"/>
          </a:p>
          <a:p>
            <a:pPr marL="0" indent="0">
              <a:buNone/>
            </a:pPr>
            <a:endParaRPr lang="en-001" sz="2400" dirty="0"/>
          </a:p>
          <a:p>
            <a:pPr marL="0" indent="0">
              <a:buNone/>
            </a:pPr>
            <a:endParaRPr lang="en-001" sz="2400" dirty="0"/>
          </a:p>
          <a:p>
            <a:pPr marL="0" indent="0">
              <a:buNone/>
            </a:pPr>
            <a:r>
              <a:rPr lang="en-001" sz="2400" dirty="0"/>
              <a:t>The current architecture does not require an update.</a:t>
            </a:r>
          </a:p>
        </p:txBody>
      </p:sp>
    </p:spTree>
    <p:extLst>
      <p:ext uri="{BB962C8B-B14F-4D97-AF65-F5344CB8AC3E}">
        <p14:creationId xmlns:p14="http://schemas.microsoft.com/office/powerpoint/2010/main" val="9760701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826F61"/>
      </a:accent1>
      <a:accent2>
        <a:srgbClr val="A19C7F"/>
      </a:accent2>
      <a:accent3>
        <a:srgbClr val="9AA489"/>
      </a:accent3>
      <a:accent4>
        <a:srgbClr val="7C938B"/>
      </a:accent4>
      <a:accent5>
        <a:srgbClr val="7C7D92"/>
      </a:accent5>
      <a:accent6>
        <a:srgbClr val="897376"/>
      </a:accent6>
      <a:hlink>
        <a:srgbClr val="D29B73"/>
      </a:hlink>
      <a:folHlink>
        <a:srgbClr val="F4C5A4"/>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FF747C5C-A8E8-4833-9E55-3D08FE4E487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1651</TotalTime>
  <Words>1277</Words>
  <Application>Microsoft Office PowerPoint</Application>
  <PresentationFormat>Widescreen</PresentationFormat>
  <Paragraphs>130</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Calisto MT</vt:lpstr>
      <vt:lpstr>Wingdings 2</vt:lpstr>
      <vt:lpstr>Slate</vt:lpstr>
      <vt:lpstr>ARCHITECTURAL EVALUATION: EXAMS MODULE 1 </vt:lpstr>
      <vt:lpstr>SECURITY PROBLEM (Valentyn)</vt:lpstr>
      <vt:lpstr>PowerPoint Presentation</vt:lpstr>
      <vt:lpstr>AVALABILITY PROBLEM: ISSUE</vt:lpstr>
      <vt:lpstr>AVAILABILITY PROBLEM: SOLUTION</vt:lpstr>
      <vt:lpstr>MODIFIABILITY PROBLEM: ISSUE</vt:lpstr>
      <vt:lpstr>REQUIREMENT: TESTABILITY</vt:lpstr>
      <vt:lpstr>1. Easy unit deployment: </vt:lpstr>
      <vt:lpstr>a</vt:lpstr>
      <vt:lpstr>REQUIREMENT: PERFORMANCE</vt:lpstr>
      <vt:lpstr>1. Integration and Persistence bottlenecks: </vt:lpstr>
      <vt:lpstr>PowerPoint Presentation</vt:lpstr>
      <vt:lpstr>PowerPoint Presentation</vt:lpstr>
      <vt:lpstr>PowerPoint Presentation</vt:lpstr>
      <vt:lpstr>MODIFIABILITY PROBLEM: SOLUTION</vt:lpstr>
      <vt:lpstr>RELIABILITY PROBLEM</vt:lpstr>
      <vt:lpstr>PowerPoint Presentation</vt:lpstr>
      <vt:lpstr>RELIABILITY PROBLEM - SOLUTION</vt:lpstr>
      <vt:lpstr>SCALABILITY PROBLEM</vt:lpstr>
      <vt:lpstr>SCALABILITY PROBLEM - SOLUTION</vt:lpstr>
      <vt:lpstr>SECURITY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Iker Joaquín</dc:creator>
  <cp:lastModifiedBy>Valentyn Kornilov</cp:lastModifiedBy>
  <cp:revision>13</cp:revision>
  <dcterms:created xsi:type="dcterms:W3CDTF">2026-01-02T13:06:19Z</dcterms:created>
  <dcterms:modified xsi:type="dcterms:W3CDTF">2026-01-07T17:36:50Z</dcterms:modified>
</cp:coreProperties>
</file>