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60" r:id="rId3"/>
    <p:sldId id="261" r:id="rId4"/>
    <p:sldId id="257" r:id="rId5"/>
    <p:sldId id="259" r:id="rId6"/>
    <p:sldId id="262" r:id="rId7"/>
    <p:sldId id="263" r:id="rId8"/>
    <p:sldId id="264" r:id="rId9"/>
    <p:sldId id="265" r:id="rId10"/>
    <p:sldId id="266" r:id="rId11"/>
    <p:sldId id="267" r:id="rId12"/>
    <p:sldId id="268" r:id="rId13"/>
    <p:sldId id="269" r:id="rId14"/>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2F9144-AC0E-4516-A58E-21268A424A36}" v="9" dt="2026-01-02T16:32:01.4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1" d="100"/>
          <a:sy n="111" d="100"/>
        </p:scale>
        <p:origin x="55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ker Joaquín" userId="acaffbe4a706a9d4" providerId="LiveId" clId="{D1DFD0CF-3B6A-4A93-9F8B-FF939B2F1C04}"/>
    <pc:docChg chg="undo custSel addSld delSld modSld">
      <pc:chgData name="Iker Joaquín" userId="acaffbe4a706a9d4" providerId="LiveId" clId="{D1DFD0CF-3B6A-4A93-9F8B-FF939B2F1C04}" dt="2026-01-02T16:32:26.172" v="1831" actId="1076"/>
      <pc:docMkLst>
        <pc:docMk/>
      </pc:docMkLst>
      <pc:sldChg chg="addSp delSp modSp new mod setBg">
        <pc:chgData name="Iker Joaquín" userId="acaffbe4a706a9d4" providerId="LiveId" clId="{D1DFD0CF-3B6A-4A93-9F8B-FF939B2F1C04}" dt="2026-01-02T15:03:02.965" v="46" actId="26606"/>
        <pc:sldMkLst>
          <pc:docMk/>
          <pc:sldMk cId="527988461" sldId="256"/>
        </pc:sldMkLst>
        <pc:spChg chg="mod">
          <ac:chgData name="Iker Joaquín" userId="acaffbe4a706a9d4" providerId="LiveId" clId="{D1DFD0CF-3B6A-4A93-9F8B-FF939B2F1C04}" dt="2026-01-02T15:03:02.965" v="46" actId="26606"/>
          <ac:spMkLst>
            <pc:docMk/>
            <pc:sldMk cId="527988461" sldId="256"/>
            <ac:spMk id="2" creationId="{AC8CE816-90D2-220C-579B-2E51084401C6}"/>
          </ac:spMkLst>
        </pc:spChg>
        <pc:spChg chg="mod">
          <ac:chgData name="Iker Joaquín" userId="acaffbe4a706a9d4" providerId="LiveId" clId="{D1DFD0CF-3B6A-4A93-9F8B-FF939B2F1C04}" dt="2026-01-02T15:03:02.965" v="46" actId="26606"/>
          <ac:spMkLst>
            <pc:docMk/>
            <pc:sldMk cId="527988461" sldId="256"/>
            <ac:spMk id="3" creationId="{E1B75CE3-D0D0-D9DA-4B45-6DDADDB1D0E0}"/>
          </ac:spMkLst>
        </pc:spChg>
        <pc:spChg chg="add del">
          <ac:chgData name="Iker Joaquín" userId="acaffbe4a706a9d4" providerId="LiveId" clId="{D1DFD0CF-3B6A-4A93-9F8B-FF939B2F1C04}" dt="2026-01-02T15:03:02.965" v="46" actId="26606"/>
          <ac:spMkLst>
            <pc:docMk/>
            <pc:sldMk cId="527988461" sldId="256"/>
            <ac:spMk id="8" creationId="{5A292AEA-2528-46C0-B426-95822B6141FB}"/>
          </ac:spMkLst>
        </pc:spChg>
        <pc:spChg chg="add del">
          <ac:chgData name="Iker Joaquín" userId="acaffbe4a706a9d4" providerId="LiveId" clId="{D1DFD0CF-3B6A-4A93-9F8B-FF939B2F1C04}" dt="2026-01-02T15:03:02.965" v="46" actId="26606"/>
          <ac:spMkLst>
            <pc:docMk/>
            <pc:sldMk cId="527988461" sldId="256"/>
            <ac:spMk id="10" creationId="{D8B7B198-E4DF-43CD-AD8C-199884323745}"/>
          </ac:spMkLst>
        </pc:spChg>
        <pc:spChg chg="add del">
          <ac:chgData name="Iker Joaquín" userId="acaffbe4a706a9d4" providerId="LiveId" clId="{D1DFD0CF-3B6A-4A93-9F8B-FF939B2F1C04}" dt="2026-01-02T15:03:02.965" v="46" actId="26606"/>
          <ac:spMkLst>
            <pc:docMk/>
            <pc:sldMk cId="527988461" sldId="256"/>
            <ac:spMk id="12" creationId="{2BE67753-EA0E-4819-8D22-0B6600CF7231}"/>
          </ac:spMkLst>
        </pc:spChg>
        <pc:grpChg chg="add del">
          <ac:chgData name="Iker Joaquín" userId="acaffbe4a706a9d4" providerId="LiveId" clId="{D1DFD0CF-3B6A-4A93-9F8B-FF939B2F1C04}" dt="2026-01-02T15:03:02.965" v="46" actId="26606"/>
          <ac:grpSpMkLst>
            <pc:docMk/>
            <pc:sldMk cId="527988461" sldId="256"/>
            <ac:grpSpMk id="14" creationId="{D76D63AC-0421-45EC-B383-E79A61A78C6B}"/>
          </ac:grpSpMkLst>
        </pc:grpChg>
        <pc:grpChg chg="add del">
          <ac:chgData name="Iker Joaquín" userId="acaffbe4a706a9d4" providerId="LiveId" clId="{D1DFD0CF-3B6A-4A93-9F8B-FF939B2F1C04}" dt="2026-01-02T15:03:02.965" v="46" actId="26606"/>
          <ac:grpSpMkLst>
            <pc:docMk/>
            <pc:sldMk cId="527988461" sldId="256"/>
            <ac:grpSpMk id="23" creationId="{87F87F1B-42BA-4AC7-A4E2-41544DDB2CE3}"/>
          </ac:grpSpMkLst>
        </pc:grpChg>
        <pc:grpChg chg="add del">
          <ac:chgData name="Iker Joaquín" userId="acaffbe4a706a9d4" providerId="LiveId" clId="{D1DFD0CF-3B6A-4A93-9F8B-FF939B2F1C04}" dt="2026-01-02T15:03:02.965" v="46" actId="26606"/>
          <ac:grpSpMkLst>
            <pc:docMk/>
            <pc:sldMk cId="527988461" sldId="256"/>
            <ac:grpSpMk id="29" creationId="{967346A5-7569-4F15-AB5D-BE3DADF192C0}"/>
          </ac:grpSpMkLst>
        </pc:grpChg>
      </pc:sldChg>
      <pc:sldChg chg="addSp delSp modSp new mod setBg">
        <pc:chgData name="Iker Joaquín" userId="acaffbe4a706a9d4" providerId="LiveId" clId="{D1DFD0CF-3B6A-4A93-9F8B-FF939B2F1C04}" dt="2026-01-02T15:48:04.979" v="597" actId="1076"/>
        <pc:sldMkLst>
          <pc:docMk/>
          <pc:sldMk cId="648425079" sldId="257"/>
        </pc:sldMkLst>
        <pc:spChg chg="mod">
          <ac:chgData name="Iker Joaquín" userId="acaffbe4a706a9d4" providerId="LiveId" clId="{D1DFD0CF-3B6A-4A93-9F8B-FF939B2F1C04}" dt="2026-01-02T15:48:00.617" v="594" actId="26606"/>
          <ac:spMkLst>
            <pc:docMk/>
            <pc:sldMk cId="648425079" sldId="257"/>
            <ac:spMk id="2" creationId="{70D810E6-D634-5775-23EC-7C1CD5F9B4BC}"/>
          </ac:spMkLst>
        </pc:spChg>
        <pc:spChg chg="mod">
          <ac:chgData name="Iker Joaquín" userId="acaffbe4a706a9d4" providerId="LiveId" clId="{D1DFD0CF-3B6A-4A93-9F8B-FF939B2F1C04}" dt="2026-01-02T15:48:00.617" v="594" actId="26606"/>
          <ac:spMkLst>
            <pc:docMk/>
            <pc:sldMk cId="648425079" sldId="257"/>
            <ac:spMk id="3" creationId="{61F5AB5F-386D-CE95-CCBF-2F74C67C4105}"/>
          </ac:spMkLst>
        </pc:spChg>
        <pc:spChg chg="add del">
          <ac:chgData name="Iker Joaquín" userId="acaffbe4a706a9d4" providerId="LiveId" clId="{D1DFD0CF-3B6A-4A93-9F8B-FF939B2F1C04}" dt="2026-01-02T15:47:10.307" v="588" actId="26606"/>
          <ac:spMkLst>
            <pc:docMk/>
            <pc:sldMk cId="648425079" sldId="257"/>
            <ac:spMk id="10" creationId="{DBC6133C-0615-4CE4-9132-37E609A9BDFA}"/>
          </ac:spMkLst>
        </pc:spChg>
        <pc:spChg chg="add del">
          <ac:chgData name="Iker Joaquín" userId="acaffbe4a706a9d4" providerId="LiveId" clId="{D1DFD0CF-3B6A-4A93-9F8B-FF939B2F1C04}" dt="2026-01-02T15:47:10.307" v="588" actId="26606"/>
          <ac:spMkLst>
            <pc:docMk/>
            <pc:sldMk cId="648425079" sldId="257"/>
            <ac:spMk id="12" creationId="{169CC832-2974-4E8D-90ED-3E2941BA7336}"/>
          </ac:spMkLst>
        </pc:spChg>
        <pc:spChg chg="add del">
          <ac:chgData name="Iker Joaquín" userId="acaffbe4a706a9d4" providerId="LiveId" clId="{D1DFD0CF-3B6A-4A93-9F8B-FF939B2F1C04}" dt="2026-01-02T15:47:10.307" v="588" actId="26606"/>
          <ac:spMkLst>
            <pc:docMk/>
            <pc:sldMk cId="648425079" sldId="257"/>
            <ac:spMk id="14" creationId="{55222F96-971A-4F90-B841-6BAB416C7AC1}"/>
          </ac:spMkLst>
        </pc:spChg>
        <pc:spChg chg="add del">
          <ac:chgData name="Iker Joaquín" userId="acaffbe4a706a9d4" providerId="LiveId" clId="{D1DFD0CF-3B6A-4A93-9F8B-FF939B2F1C04}" dt="2026-01-02T15:47:10.307" v="588" actId="26606"/>
          <ac:spMkLst>
            <pc:docMk/>
            <pc:sldMk cId="648425079" sldId="257"/>
            <ac:spMk id="16" creationId="{08980754-6F4B-43C9-B9BE-127B6BED6586}"/>
          </ac:spMkLst>
        </pc:spChg>
        <pc:spChg chg="add del">
          <ac:chgData name="Iker Joaquín" userId="acaffbe4a706a9d4" providerId="LiveId" clId="{D1DFD0CF-3B6A-4A93-9F8B-FF939B2F1C04}" dt="2026-01-02T15:47:10.307" v="588" actId="26606"/>
          <ac:spMkLst>
            <pc:docMk/>
            <pc:sldMk cId="648425079" sldId="257"/>
            <ac:spMk id="18" creationId="{2C1BBA94-3F40-40AA-8BB9-E69E25E537C1}"/>
          </ac:spMkLst>
        </pc:spChg>
        <pc:spChg chg="add del">
          <ac:chgData name="Iker Joaquín" userId="acaffbe4a706a9d4" providerId="LiveId" clId="{D1DFD0CF-3B6A-4A93-9F8B-FF939B2F1C04}" dt="2026-01-02T15:48:00.620" v="595" actId="26606"/>
          <ac:spMkLst>
            <pc:docMk/>
            <pc:sldMk cId="648425079" sldId="257"/>
            <ac:spMk id="20" creationId="{743AA782-23D1-4521-8CAD-47662984AA08}"/>
          </ac:spMkLst>
        </pc:spChg>
        <pc:spChg chg="add del">
          <ac:chgData name="Iker Joaquín" userId="acaffbe4a706a9d4" providerId="LiveId" clId="{D1DFD0CF-3B6A-4A93-9F8B-FF939B2F1C04}" dt="2026-01-02T15:48:00.620" v="595" actId="26606"/>
          <ac:spMkLst>
            <pc:docMk/>
            <pc:sldMk cId="648425079" sldId="257"/>
            <ac:spMk id="21" creationId="{71877DBC-BB60-40F0-AC93-2ACDBAAE60CE}"/>
          </ac:spMkLst>
        </pc:spChg>
        <pc:spChg chg="add del">
          <ac:chgData name="Iker Joaquín" userId="acaffbe4a706a9d4" providerId="LiveId" clId="{D1DFD0CF-3B6A-4A93-9F8B-FF939B2F1C04}" dt="2026-01-02T15:48:00.617" v="594" actId="26606"/>
          <ac:spMkLst>
            <pc:docMk/>
            <pc:sldMk cId="648425079" sldId="257"/>
            <ac:spMk id="26" creationId="{7FF47CB7-972F-479F-A36D-9E72D26EC8DA}"/>
          </ac:spMkLst>
        </pc:spChg>
        <pc:spChg chg="add del">
          <ac:chgData name="Iker Joaquín" userId="acaffbe4a706a9d4" providerId="LiveId" clId="{D1DFD0CF-3B6A-4A93-9F8B-FF939B2F1C04}" dt="2026-01-02T15:48:00.617" v="594" actId="26606"/>
          <ac:spMkLst>
            <pc:docMk/>
            <pc:sldMk cId="648425079" sldId="257"/>
            <ac:spMk id="28" creationId="{0D153B68-5844-490D-8E67-F616D6D721CA}"/>
          </ac:spMkLst>
        </pc:spChg>
        <pc:spChg chg="add del">
          <ac:chgData name="Iker Joaquín" userId="acaffbe4a706a9d4" providerId="LiveId" clId="{D1DFD0CF-3B6A-4A93-9F8B-FF939B2F1C04}" dt="2026-01-02T15:48:00.617" v="594" actId="26606"/>
          <ac:spMkLst>
            <pc:docMk/>
            <pc:sldMk cId="648425079" sldId="257"/>
            <ac:spMk id="30" creationId="{9A0D773F-7A7D-4DBB-9DEA-86BB8B8F4BC8}"/>
          </ac:spMkLst>
        </pc:spChg>
        <pc:spChg chg="add">
          <ac:chgData name="Iker Joaquín" userId="acaffbe4a706a9d4" providerId="LiveId" clId="{D1DFD0CF-3B6A-4A93-9F8B-FF939B2F1C04}" dt="2026-01-02T15:48:00.620" v="595" actId="26606"/>
          <ac:spMkLst>
            <pc:docMk/>
            <pc:sldMk cId="648425079" sldId="257"/>
            <ac:spMk id="32" creationId="{743AA782-23D1-4521-8CAD-47662984AA08}"/>
          </ac:spMkLst>
        </pc:spChg>
        <pc:spChg chg="add">
          <ac:chgData name="Iker Joaquín" userId="acaffbe4a706a9d4" providerId="LiveId" clId="{D1DFD0CF-3B6A-4A93-9F8B-FF939B2F1C04}" dt="2026-01-02T15:48:00.620" v="595" actId="26606"/>
          <ac:spMkLst>
            <pc:docMk/>
            <pc:sldMk cId="648425079" sldId="257"/>
            <ac:spMk id="33" creationId="{650D18FE-0824-4A46-B22C-A86B52E5780A}"/>
          </ac:spMkLst>
        </pc:spChg>
        <pc:picChg chg="add mod">
          <ac:chgData name="Iker Joaquín" userId="acaffbe4a706a9d4" providerId="LiveId" clId="{D1DFD0CF-3B6A-4A93-9F8B-FF939B2F1C04}" dt="2026-01-02T15:48:04.979" v="597" actId="1076"/>
          <ac:picMkLst>
            <pc:docMk/>
            <pc:sldMk cId="648425079" sldId="257"/>
            <ac:picMk id="5" creationId="{FBE88C5A-76C0-CA70-1F19-B652A1D7B555}"/>
          </ac:picMkLst>
        </pc:picChg>
      </pc:sldChg>
      <pc:sldChg chg="modSp add del mod">
        <pc:chgData name="Iker Joaquín" userId="acaffbe4a706a9d4" providerId="LiveId" clId="{D1DFD0CF-3B6A-4A93-9F8B-FF939B2F1C04}" dt="2026-01-02T15:48:36.491" v="599" actId="47"/>
        <pc:sldMkLst>
          <pc:docMk/>
          <pc:sldMk cId="2537118722" sldId="258"/>
        </pc:sldMkLst>
        <pc:spChg chg="mod">
          <ac:chgData name="Iker Joaquín" userId="acaffbe4a706a9d4" providerId="LiveId" clId="{D1DFD0CF-3B6A-4A93-9F8B-FF939B2F1C04}" dt="2026-01-02T15:02:34.929" v="44" actId="20577"/>
          <ac:spMkLst>
            <pc:docMk/>
            <pc:sldMk cId="2537118722" sldId="258"/>
            <ac:spMk id="2" creationId="{1454FF2D-3A28-FBCC-1375-4C76C367281A}"/>
          </ac:spMkLst>
        </pc:spChg>
      </pc:sldChg>
      <pc:sldChg chg="addSp delSp modSp add mod">
        <pc:chgData name="Iker Joaquín" userId="acaffbe4a706a9d4" providerId="LiveId" clId="{D1DFD0CF-3B6A-4A93-9F8B-FF939B2F1C04}" dt="2026-01-02T16:01:48.123" v="1180" actId="20577"/>
        <pc:sldMkLst>
          <pc:docMk/>
          <pc:sldMk cId="1428783815" sldId="259"/>
        </pc:sldMkLst>
        <pc:spChg chg="mod">
          <ac:chgData name="Iker Joaquín" userId="acaffbe4a706a9d4" providerId="LiveId" clId="{D1DFD0CF-3B6A-4A93-9F8B-FF939B2F1C04}" dt="2026-01-02T15:51:37.432" v="945" actId="26606"/>
          <ac:spMkLst>
            <pc:docMk/>
            <pc:sldMk cId="1428783815" sldId="259"/>
            <ac:spMk id="2" creationId="{84F26597-39C7-F7D6-4554-A75DC45B28BD}"/>
          </ac:spMkLst>
        </pc:spChg>
        <pc:spChg chg="add del mod">
          <ac:chgData name="Iker Joaquín" userId="acaffbe4a706a9d4" providerId="LiveId" clId="{D1DFD0CF-3B6A-4A93-9F8B-FF939B2F1C04}" dt="2026-01-02T16:01:48.123" v="1180" actId="20577"/>
          <ac:spMkLst>
            <pc:docMk/>
            <pc:sldMk cId="1428783815" sldId="259"/>
            <ac:spMk id="3" creationId="{904A46F4-5F3A-8047-7AD8-5EC66B448D1D}"/>
          </ac:spMkLst>
        </pc:spChg>
        <pc:spChg chg="del">
          <ac:chgData name="Iker Joaquín" userId="acaffbe4a706a9d4" providerId="LiveId" clId="{D1DFD0CF-3B6A-4A93-9F8B-FF939B2F1C04}" dt="2026-01-02T15:50:54.658" v="927" actId="26606"/>
          <ac:spMkLst>
            <pc:docMk/>
            <pc:sldMk cId="1428783815" sldId="259"/>
            <ac:spMk id="32" creationId="{4623E9C9-78BB-6FBF-BA33-14B1CAA6FE8E}"/>
          </ac:spMkLst>
        </pc:spChg>
        <pc:spChg chg="del">
          <ac:chgData name="Iker Joaquín" userId="acaffbe4a706a9d4" providerId="LiveId" clId="{D1DFD0CF-3B6A-4A93-9F8B-FF939B2F1C04}" dt="2026-01-02T15:50:54.658" v="927" actId="26606"/>
          <ac:spMkLst>
            <pc:docMk/>
            <pc:sldMk cId="1428783815" sldId="259"/>
            <ac:spMk id="33" creationId="{98E8229F-91E6-2786-C517-454E62CE061D}"/>
          </ac:spMkLst>
        </pc:spChg>
        <pc:spChg chg="add del">
          <ac:chgData name="Iker Joaquín" userId="acaffbe4a706a9d4" providerId="LiveId" clId="{D1DFD0CF-3B6A-4A93-9F8B-FF939B2F1C04}" dt="2026-01-02T15:51:37.432" v="945" actId="26606"/>
          <ac:spMkLst>
            <pc:docMk/>
            <pc:sldMk cId="1428783815" sldId="259"/>
            <ac:spMk id="38" creationId="{743AA782-23D1-4521-8CAD-47662984AA08}"/>
          </ac:spMkLst>
        </pc:spChg>
        <pc:spChg chg="add del">
          <ac:chgData name="Iker Joaquín" userId="acaffbe4a706a9d4" providerId="LiveId" clId="{D1DFD0CF-3B6A-4A93-9F8B-FF939B2F1C04}" dt="2026-01-02T15:51:37.432" v="945" actId="26606"/>
          <ac:spMkLst>
            <pc:docMk/>
            <pc:sldMk cId="1428783815" sldId="259"/>
            <ac:spMk id="40" creationId="{71877DBC-BB60-40F0-AC93-2ACDBAAE60CE}"/>
          </ac:spMkLst>
        </pc:spChg>
        <pc:spChg chg="add del">
          <ac:chgData name="Iker Joaquín" userId="acaffbe4a706a9d4" providerId="LiveId" clId="{D1DFD0CF-3B6A-4A93-9F8B-FF939B2F1C04}" dt="2026-01-02T15:51:37.432" v="945" actId="26606"/>
          <ac:spMkLst>
            <pc:docMk/>
            <pc:sldMk cId="1428783815" sldId="259"/>
            <ac:spMk id="46" creationId="{BACC6370-2D7E-4714-9D71-7542949D7D5D}"/>
          </ac:spMkLst>
        </pc:spChg>
        <pc:spChg chg="add del">
          <ac:chgData name="Iker Joaquín" userId="acaffbe4a706a9d4" providerId="LiveId" clId="{D1DFD0CF-3B6A-4A93-9F8B-FF939B2F1C04}" dt="2026-01-02T15:51:37.432" v="945" actId="26606"/>
          <ac:spMkLst>
            <pc:docMk/>
            <pc:sldMk cId="1428783815" sldId="259"/>
            <ac:spMk id="48" creationId="{F68B3F68-107C-434F-AA38-110D5EA91B85}"/>
          </ac:spMkLst>
        </pc:spChg>
        <pc:spChg chg="add del">
          <ac:chgData name="Iker Joaquín" userId="acaffbe4a706a9d4" providerId="LiveId" clId="{D1DFD0CF-3B6A-4A93-9F8B-FF939B2F1C04}" dt="2026-01-02T15:51:37.432" v="945" actId="26606"/>
          <ac:spMkLst>
            <pc:docMk/>
            <pc:sldMk cId="1428783815" sldId="259"/>
            <ac:spMk id="50" creationId="{AAD0DBB9-1A4B-4391-81D4-CB19F9AB918A}"/>
          </ac:spMkLst>
        </pc:spChg>
        <pc:spChg chg="add del">
          <ac:chgData name="Iker Joaquín" userId="acaffbe4a706a9d4" providerId="LiveId" clId="{D1DFD0CF-3B6A-4A93-9F8B-FF939B2F1C04}" dt="2026-01-02T15:51:37.432" v="945" actId="26606"/>
          <ac:spMkLst>
            <pc:docMk/>
            <pc:sldMk cId="1428783815" sldId="259"/>
            <ac:spMk id="52" creationId="{063BBA22-50EA-4C4D-BE05-F1CE4E63AA56}"/>
          </ac:spMkLst>
        </pc:spChg>
        <pc:graphicFrameChg chg="add del">
          <ac:chgData name="Iker Joaquín" userId="acaffbe4a706a9d4" providerId="LiveId" clId="{D1DFD0CF-3B6A-4A93-9F8B-FF939B2F1C04}" dt="2026-01-02T15:51:37.432" v="945" actId="26606"/>
          <ac:graphicFrameMkLst>
            <pc:docMk/>
            <pc:sldMk cId="1428783815" sldId="259"/>
            <ac:graphicFrameMk id="42" creationId="{FF2F0E07-5DDA-60DE-45EC-8BA75EDE7751}"/>
          </ac:graphicFrameMkLst>
        </pc:graphicFrameChg>
        <pc:picChg chg="del mod">
          <ac:chgData name="Iker Joaquín" userId="acaffbe4a706a9d4" providerId="LiveId" clId="{D1DFD0CF-3B6A-4A93-9F8B-FF939B2F1C04}" dt="2026-01-02T15:51:27.680" v="943" actId="478"/>
          <ac:picMkLst>
            <pc:docMk/>
            <pc:sldMk cId="1428783815" sldId="259"/>
            <ac:picMk id="5" creationId="{ACAF4CFA-5F04-FB94-7F34-BFBD23AEDBB0}"/>
          </ac:picMkLst>
        </pc:picChg>
        <pc:picChg chg="add mod">
          <ac:chgData name="Iker Joaquín" userId="acaffbe4a706a9d4" providerId="LiveId" clId="{D1DFD0CF-3B6A-4A93-9F8B-FF939B2F1C04}" dt="2026-01-02T15:59:57.411" v="950" actId="1076"/>
          <ac:picMkLst>
            <pc:docMk/>
            <pc:sldMk cId="1428783815" sldId="259"/>
            <ac:picMk id="6" creationId="{F6643991-A7AA-096C-F3C9-60637A085517}"/>
          </ac:picMkLst>
        </pc:picChg>
      </pc:sldChg>
      <pc:sldChg chg="addSp delSp modSp add mod setBg delDesignElem">
        <pc:chgData name="Iker Joaquín" userId="acaffbe4a706a9d4" providerId="LiveId" clId="{D1DFD0CF-3B6A-4A93-9F8B-FF939B2F1C04}" dt="2026-01-02T16:17:36.106" v="1808" actId="1076"/>
        <pc:sldMkLst>
          <pc:docMk/>
          <pc:sldMk cId="1693471688" sldId="260"/>
        </pc:sldMkLst>
        <pc:spChg chg="mod">
          <ac:chgData name="Iker Joaquín" userId="acaffbe4a706a9d4" providerId="LiveId" clId="{D1DFD0CF-3B6A-4A93-9F8B-FF939B2F1C04}" dt="2026-01-02T16:17:25.260" v="1805" actId="26606"/>
          <ac:spMkLst>
            <pc:docMk/>
            <pc:sldMk cId="1693471688" sldId="260"/>
            <ac:spMk id="2" creationId="{4244D783-E63C-0F9B-BE3D-8C8414FFF3B7}"/>
          </ac:spMkLst>
        </pc:spChg>
        <pc:spChg chg="mod">
          <ac:chgData name="Iker Joaquín" userId="acaffbe4a706a9d4" providerId="LiveId" clId="{D1DFD0CF-3B6A-4A93-9F8B-FF939B2F1C04}" dt="2026-01-02T16:17:25.260" v="1805" actId="26606"/>
          <ac:spMkLst>
            <pc:docMk/>
            <pc:sldMk cId="1693471688" sldId="260"/>
            <ac:spMk id="3" creationId="{ADEC5E53-9844-16DF-46F8-30A6E8DD1804}"/>
          </ac:spMkLst>
        </pc:spChg>
        <pc:spChg chg="add">
          <ac:chgData name="Iker Joaquín" userId="acaffbe4a706a9d4" providerId="LiveId" clId="{D1DFD0CF-3B6A-4A93-9F8B-FF939B2F1C04}" dt="2026-01-02T16:17:25.260" v="1805" actId="26606"/>
          <ac:spMkLst>
            <pc:docMk/>
            <pc:sldMk cId="1693471688" sldId="260"/>
            <ac:spMk id="13" creationId="{352BEC0E-22F8-46D0-9632-375DB541B06C}"/>
          </ac:spMkLst>
        </pc:spChg>
        <pc:spChg chg="add">
          <ac:chgData name="Iker Joaquín" userId="acaffbe4a706a9d4" providerId="LiveId" clId="{D1DFD0CF-3B6A-4A93-9F8B-FF939B2F1C04}" dt="2026-01-02T16:17:25.260" v="1805" actId="26606"/>
          <ac:spMkLst>
            <pc:docMk/>
            <pc:sldMk cId="1693471688" sldId="260"/>
            <ac:spMk id="15" creationId="{3FCFB1DE-0B7E-48CC-BA90-B2AB0889F9D6}"/>
          </ac:spMkLst>
        </pc:spChg>
        <pc:spChg chg="del">
          <ac:chgData name="Iker Joaquín" userId="acaffbe4a706a9d4" providerId="LiveId" clId="{D1DFD0CF-3B6A-4A93-9F8B-FF939B2F1C04}" dt="2026-01-02T16:03:15.862" v="1182"/>
          <ac:spMkLst>
            <pc:docMk/>
            <pc:sldMk cId="1693471688" sldId="260"/>
            <ac:spMk id="32" creationId="{CD8CBA0B-D44D-96D9-47C0-83E7CAA337EC}"/>
          </ac:spMkLst>
        </pc:spChg>
        <pc:spChg chg="del">
          <ac:chgData name="Iker Joaquín" userId="acaffbe4a706a9d4" providerId="LiveId" clId="{D1DFD0CF-3B6A-4A93-9F8B-FF939B2F1C04}" dt="2026-01-02T16:03:15.862" v="1182"/>
          <ac:spMkLst>
            <pc:docMk/>
            <pc:sldMk cId="1693471688" sldId="260"/>
            <ac:spMk id="33" creationId="{ED749DBA-461F-A0B6-67ED-0938EC06F70B}"/>
          </ac:spMkLst>
        </pc:spChg>
        <pc:picChg chg="del">
          <ac:chgData name="Iker Joaquín" userId="acaffbe4a706a9d4" providerId="LiveId" clId="{D1DFD0CF-3B6A-4A93-9F8B-FF939B2F1C04}" dt="2026-01-02T16:16:05.676" v="1769" actId="478"/>
          <ac:picMkLst>
            <pc:docMk/>
            <pc:sldMk cId="1693471688" sldId="260"/>
            <ac:picMk id="5" creationId="{FED166B1-1257-48CF-0C74-7CDF34CAB3FA}"/>
          </ac:picMkLst>
        </pc:picChg>
        <pc:picChg chg="add mod">
          <ac:chgData name="Iker Joaquín" userId="acaffbe4a706a9d4" providerId="LiveId" clId="{D1DFD0CF-3B6A-4A93-9F8B-FF939B2F1C04}" dt="2026-01-02T16:17:25.260" v="1805" actId="26606"/>
          <ac:picMkLst>
            <pc:docMk/>
            <pc:sldMk cId="1693471688" sldId="260"/>
            <ac:picMk id="6" creationId="{5AF782F3-3471-5D94-42D3-EB82D0872B8A}"/>
          </ac:picMkLst>
        </pc:picChg>
        <pc:picChg chg="add mod">
          <ac:chgData name="Iker Joaquín" userId="acaffbe4a706a9d4" providerId="LiveId" clId="{D1DFD0CF-3B6A-4A93-9F8B-FF939B2F1C04}" dt="2026-01-02T16:17:36.106" v="1808" actId="1076"/>
          <ac:picMkLst>
            <pc:docMk/>
            <pc:sldMk cId="1693471688" sldId="260"/>
            <ac:picMk id="8" creationId="{C08C081E-6687-7FC9-07B6-5A19C24E4E5A}"/>
          </ac:picMkLst>
        </pc:picChg>
      </pc:sldChg>
      <pc:sldChg chg="addSp delSp modSp add mod setBg delDesignElem">
        <pc:chgData name="Iker Joaquín" userId="acaffbe4a706a9d4" providerId="LiveId" clId="{D1DFD0CF-3B6A-4A93-9F8B-FF939B2F1C04}" dt="2026-01-02T16:32:26.172" v="1831" actId="1076"/>
        <pc:sldMkLst>
          <pc:docMk/>
          <pc:sldMk cId="421348256" sldId="261"/>
        </pc:sldMkLst>
        <pc:spChg chg="mod">
          <ac:chgData name="Iker Joaquín" userId="acaffbe4a706a9d4" providerId="LiveId" clId="{D1DFD0CF-3B6A-4A93-9F8B-FF939B2F1C04}" dt="2026-01-02T16:32:06.440" v="1819" actId="26606"/>
          <ac:spMkLst>
            <pc:docMk/>
            <pc:sldMk cId="421348256" sldId="261"/>
            <ac:spMk id="2" creationId="{68735FA2-12C4-F31F-0C81-B341109AEFAC}"/>
          </ac:spMkLst>
        </pc:spChg>
        <pc:spChg chg="mod">
          <ac:chgData name="Iker Joaquín" userId="acaffbe4a706a9d4" providerId="LiveId" clId="{D1DFD0CF-3B6A-4A93-9F8B-FF939B2F1C04}" dt="2026-01-02T16:32:17.339" v="1827" actId="27636"/>
          <ac:spMkLst>
            <pc:docMk/>
            <pc:sldMk cId="421348256" sldId="261"/>
            <ac:spMk id="3" creationId="{98E6E1CF-5DBB-B309-6D09-BE14D4EBA029}"/>
          </ac:spMkLst>
        </pc:spChg>
        <pc:spChg chg="add">
          <ac:chgData name="Iker Joaquín" userId="acaffbe4a706a9d4" providerId="LiveId" clId="{D1DFD0CF-3B6A-4A93-9F8B-FF939B2F1C04}" dt="2026-01-02T16:32:06.440" v="1819" actId="26606"/>
          <ac:spMkLst>
            <pc:docMk/>
            <pc:sldMk cId="421348256" sldId="261"/>
            <ac:spMk id="10" creationId="{743AA782-23D1-4521-8CAD-47662984AA08}"/>
          </ac:spMkLst>
        </pc:spChg>
        <pc:spChg chg="add">
          <ac:chgData name="Iker Joaquín" userId="acaffbe4a706a9d4" providerId="LiveId" clId="{D1DFD0CF-3B6A-4A93-9F8B-FF939B2F1C04}" dt="2026-01-02T16:32:06.440" v="1819" actId="26606"/>
          <ac:spMkLst>
            <pc:docMk/>
            <pc:sldMk cId="421348256" sldId="261"/>
            <ac:spMk id="12" creationId="{71877DBC-BB60-40F0-AC93-2ACDBAAE60CE}"/>
          </ac:spMkLst>
        </pc:spChg>
        <pc:spChg chg="del">
          <ac:chgData name="Iker Joaquín" userId="acaffbe4a706a9d4" providerId="LiveId" clId="{D1DFD0CF-3B6A-4A93-9F8B-FF939B2F1C04}" dt="2026-01-02T16:03:20.895" v="1184"/>
          <ac:spMkLst>
            <pc:docMk/>
            <pc:sldMk cId="421348256" sldId="261"/>
            <ac:spMk id="38" creationId="{0DF7555C-B374-7C71-8CF4-9DCC050FA492}"/>
          </ac:spMkLst>
        </pc:spChg>
        <pc:spChg chg="del">
          <ac:chgData name="Iker Joaquín" userId="acaffbe4a706a9d4" providerId="LiveId" clId="{D1DFD0CF-3B6A-4A93-9F8B-FF939B2F1C04}" dt="2026-01-02T16:03:20.895" v="1184"/>
          <ac:spMkLst>
            <pc:docMk/>
            <pc:sldMk cId="421348256" sldId="261"/>
            <ac:spMk id="40" creationId="{F85FAB04-3CB1-C598-BA0D-4DC35372D05F}"/>
          </ac:spMkLst>
        </pc:spChg>
        <pc:picChg chg="add mod">
          <ac:chgData name="Iker Joaquín" userId="acaffbe4a706a9d4" providerId="LiveId" clId="{D1DFD0CF-3B6A-4A93-9F8B-FF939B2F1C04}" dt="2026-01-02T16:32:26.172" v="1831" actId="1076"/>
          <ac:picMkLst>
            <pc:docMk/>
            <pc:sldMk cId="421348256" sldId="261"/>
            <ac:picMk id="5" creationId="{11284E59-AD43-F674-F05D-545433E2CCA9}"/>
          </ac:picMkLst>
        </pc:picChg>
        <pc:picChg chg="del">
          <ac:chgData name="Iker Joaquín" userId="acaffbe4a706a9d4" providerId="LiveId" clId="{D1DFD0CF-3B6A-4A93-9F8B-FF939B2F1C04}" dt="2026-01-02T16:17:44.432" v="1809" actId="478"/>
          <ac:picMkLst>
            <pc:docMk/>
            <pc:sldMk cId="421348256" sldId="261"/>
            <ac:picMk id="6" creationId="{4B35EA53-1302-E6A2-6B2E-2087A5FA599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1B7745-5391-477F-8AE8-1136866A9302}" type="datetimeFigureOut">
              <a:rPr lang="es-ES" smtClean="0"/>
              <a:t>04/01/2026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806F1A-BC72-4B4D-B94E-9BE432BE5415}" type="slidenum">
              <a:rPr lang="es-ES" smtClean="0"/>
              <a:t>‹#›</a:t>
            </a:fld>
            <a:endParaRPr lang="es-ES"/>
          </a:p>
        </p:txBody>
      </p:sp>
    </p:spTree>
    <p:extLst>
      <p:ext uri="{BB962C8B-B14F-4D97-AF65-F5344CB8AC3E}">
        <p14:creationId xmlns:p14="http://schemas.microsoft.com/office/powerpoint/2010/main" val="2981680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44806F1A-BC72-4B4D-B94E-9BE432BE5415}" type="slidenum">
              <a:rPr lang="es-ES" smtClean="0"/>
              <a:t>2</a:t>
            </a:fld>
            <a:endParaRPr lang="es-ES"/>
          </a:p>
        </p:txBody>
      </p:sp>
    </p:spTree>
    <p:extLst>
      <p:ext uri="{BB962C8B-B14F-4D97-AF65-F5344CB8AC3E}">
        <p14:creationId xmlns:p14="http://schemas.microsoft.com/office/powerpoint/2010/main" val="12235146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758884A-129E-E413-9151-1898218700F8}"/>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9BFA8586-5311-EF25-549D-B52DF540044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EBDEAA08-6099-36D2-AA92-D70F09713B05}"/>
              </a:ext>
            </a:extLst>
          </p:cNvPr>
          <p:cNvSpPr>
            <a:spLocks noGrp="1"/>
          </p:cNvSpPr>
          <p:nvPr>
            <p:ph type="dt" sz="half" idx="10"/>
          </p:nvPr>
        </p:nvSpPr>
        <p:spPr/>
        <p:txBody>
          <a:bodyPr/>
          <a:lstStyle/>
          <a:p>
            <a:fld id="{6A3C2F7B-537C-4500-BF1F-DDEBE70AF5A2}" type="datetimeFigureOut">
              <a:rPr lang="es-ES" smtClean="0"/>
              <a:t>04/01/2026</a:t>
            </a:fld>
            <a:endParaRPr lang="es-ES"/>
          </a:p>
        </p:txBody>
      </p:sp>
      <p:sp>
        <p:nvSpPr>
          <p:cNvPr id="5" name="Marcador de pie de página 4">
            <a:extLst>
              <a:ext uri="{FF2B5EF4-FFF2-40B4-BE49-F238E27FC236}">
                <a16:creationId xmlns:a16="http://schemas.microsoft.com/office/drawing/2014/main" id="{49A69206-E322-609D-D071-E9BE096BFD60}"/>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BBC039E0-1B04-D43A-5428-1239820F13F8}"/>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4394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53249B-D729-7469-0BB4-5F333BDEC4F1}"/>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AD093D12-A109-B69C-D1AD-85D726B049F2}"/>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2F0F18BB-AD0F-D7DB-7592-2511EA916072}"/>
              </a:ext>
            </a:extLst>
          </p:cNvPr>
          <p:cNvSpPr>
            <a:spLocks noGrp="1"/>
          </p:cNvSpPr>
          <p:nvPr>
            <p:ph type="dt" sz="half" idx="10"/>
          </p:nvPr>
        </p:nvSpPr>
        <p:spPr/>
        <p:txBody>
          <a:bodyPr/>
          <a:lstStyle/>
          <a:p>
            <a:fld id="{6A3C2F7B-537C-4500-BF1F-DDEBE70AF5A2}" type="datetimeFigureOut">
              <a:rPr lang="es-ES" smtClean="0"/>
              <a:t>04/01/2026</a:t>
            </a:fld>
            <a:endParaRPr lang="es-ES"/>
          </a:p>
        </p:txBody>
      </p:sp>
      <p:sp>
        <p:nvSpPr>
          <p:cNvPr id="5" name="Marcador de pie de página 4">
            <a:extLst>
              <a:ext uri="{FF2B5EF4-FFF2-40B4-BE49-F238E27FC236}">
                <a16:creationId xmlns:a16="http://schemas.microsoft.com/office/drawing/2014/main" id="{EECEE20F-E4AB-0922-C642-A9482F758FE2}"/>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DC8FCC1-D3CD-BB0D-6C54-5FDAC511200C}"/>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8474135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84DFC01-1D70-86A2-9CE3-E7B8F76A6F68}"/>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2145B2CD-ECDE-5381-406F-D8D7C4911E9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37D6267C-EDB4-8316-9279-69900B60812C}"/>
              </a:ext>
            </a:extLst>
          </p:cNvPr>
          <p:cNvSpPr>
            <a:spLocks noGrp="1"/>
          </p:cNvSpPr>
          <p:nvPr>
            <p:ph type="dt" sz="half" idx="10"/>
          </p:nvPr>
        </p:nvSpPr>
        <p:spPr/>
        <p:txBody>
          <a:bodyPr/>
          <a:lstStyle/>
          <a:p>
            <a:fld id="{6A3C2F7B-537C-4500-BF1F-DDEBE70AF5A2}" type="datetimeFigureOut">
              <a:rPr lang="es-ES" smtClean="0"/>
              <a:t>04/01/2026</a:t>
            </a:fld>
            <a:endParaRPr lang="es-ES"/>
          </a:p>
        </p:txBody>
      </p:sp>
      <p:sp>
        <p:nvSpPr>
          <p:cNvPr id="5" name="Marcador de pie de página 4">
            <a:extLst>
              <a:ext uri="{FF2B5EF4-FFF2-40B4-BE49-F238E27FC236}">
                <a16:creationId xmlns:a16="http://schemas.microsoft.com/office/drawing/2014/main" id="{768BAE15-A5A5-3D28-0975-D58929221686}"/>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6FF59F0B-3256-6683-1F8A-61D9E8D719C4}"/>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4098872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F3AA756-10AC-B102-4411-380F1DBA8902}"/>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5D0EDA96-69DB-02FB-FFC9-11867AE18A93}"/>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FC42B510-22F1-EFB9-705A-1524BBD1CB6C}"/>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7182385B-E690-7264-21A6-8B550ED69885}"/>
              </a:ext>
            </a:extLst>
          </p:cNvPr>
          <p:cNvSpPr>
            <a:spLocks noGrp="1"/>
          </p:cNvSpPr>
          <p:nvPr>
            <p:ph type="dt" sz="half" idx="10"/>
          </p:nvPr>
        </p:nvSpPr>
        <p:spPr/>
        <p:txBody>
          <a:bodyPr/>
          <a:lstStyle/>
          <a:p>
            <a:fld id="{6A3C2F7B-537C-4500-BF1F-DDEBE70AF5A2}" type="datetimeFigureOut">
              <a:rPr lang="es-ES" smtClean="0"/>
              <a:t>04/01/2026</a:t>
            </a:fld>
            <a:endParaRPr lang="es-ES"/>
          </a:p>
        </p:txBody>
      </p:sp>
      <p:sp>
        <p:nvSpPr>
          <p:cNvPr id="6" name="Marcador de pie de página 5">
            <a:extLst>
              <a:ext uri="{FF2B5EF4-FFF2-40B4-BE49-F238E27FC236}">
                <a16:creationId xmlns:a16="http://schemas.microsoft.com/office/drawing/2014/main" id="{A305F878-29DD-8B4B-8428-A7FDE877DBC2}"/>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5BBCCBBB-390C-83A4-6C4E-FD20F729536D}"/>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9445788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96EFCA-5A49-89A3-EFAC-2437BA398C48}"/>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0FE3021D-1B40-89DD-4CAE-23E5E20B287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12475AB4-738D-0108-D4B4-D629907614ED}"/>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2635C921-D683-01F3-7EDC-9E4D85EA1BE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EA941ECC-EF26-1EE5-BBF7-0C2B6BC50E15}"/>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E44B7BF7-1229-B7E6-B5B0-CA50DB672DF0}"/>
              </a:ext>
            </a:extLst>
          </p:cNvPr>
          <p:cNvSpPr>
            <a:spLocks noGrp="1"/>
          </p:cNvSpPr>
          <p:nvPr>
            <p:ph type="dt" sz="half" idx="10"/>
          </p:nvPr>
        </p:nvSpPr>
        <p:spPr/>
        <p:txBody>
          <a:bodyPr/>
          <a:lstStyle/>
          <a:p>
            <a:fld id="{6A3C2F7B-537C-4500-BF1F-DDEBE70AF5A2}" type="datetimeFigureOut">
              <a:rPr lang="es-ES" smtClean="0"/>
              <a:t>04/01/2026</a:t>
            </a:fld>
            <a:endParaRPr lang="es-ES"/>
          </a:p>
        </p:txBody>
      </p:sp>
      <p:sp>
        <p:nvSpPr>
          <p:cNvPr id="8" name="Marcador de pie de página 7">
            <a:extLst>
              <a:ext uri="{FF2B5EF4-FFF2-40B4-BE49-F238E27FC236}">
                <a16:creationId xmlns:a16="http://schemas.microsoft.com/office/drawing/2014/main" id="{B4CC0970-48A0-B448-CB5A-128FB523AC16}"/>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C6935A7C-8CBA-BE46-F64A-BB1A48D66726}"/>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9183477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02663C6-720F-FBAF-CF54-92EEA73BFF9C}"/>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5D3BD2B3-0B82-2D02-F06D-5B88C1768D41}"/>
              </a:ext>
            </a:extLst>
          </p:cNvPr>
          <p:cNvSpPr>
            <a:spLocks noGrp="1"/>
          </p:cNvSpPr>
          <p:nvPr>
            <p:ph type="dt" sz="half" idx="10"/>
          </p:nvPr>
        </p:nvSpPr>
        <p:spPr/>
        <p:txBody>
          <a:bodyPr/>
          <a:lstStyle/>
          <a:p>
            <a:fld id="{6A3C2F7B-537C-4500-BF1F-DDEBE70AF5A2}" type="datetimeFigureOut">
              <a:rPr lang="es-ES" smtClean="0"/>
              <a:t>04/01/2026</a:t>
            </a:fld>
            <a:endParaRPr lang="es-ES"/>
          </a:p>
        </p:txBody>
      </p:sp>
      <p:sp>
        <p:nvSpPr>
          <p:cNvPr id="4" name="Marcador de pie de página 3">
            <a:extLst>
              <a:ext uri="{FF2B5EF4-FFF2-40B4-BE49-F238E27FC236}">
                <a16:creationId xmlns:a16="http://schemas.microsoft.com/office/drawing/2014/main" id="{4D812C27-FD6E-0ADC-3667-7FFE595AFFA0}"/>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7574FBFB-806A-E731-F5EC-A2A0DCF6797C}"/>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8893791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8B3218DB-3BA0-2017-071A-2000C565BFEC}"/>
              </a:ext>
            </a:extLst>
          </p:cNvPr>
          <p:cNvSpPr>
            <a:spLocks noGrp="1"/>
          </p:cNvSpPr>
          <p:nvPr>
            <p:ph type="dt" sz="half" idx="10"/>
          </p:nvPr>
        </p:nvSpPr>
        <p:spPr/>
        <p:txBody>
          <a:bodyPr/>
          <a:lstStyle/>
          <a:p>
            <a:fld id="{6A3C2F7B-537C-4500-BF1F-DDEBE70AF5A2}" type="datetimeFigureOut">
              <a:rPr lang="es-ES" smtClean="0"/>
              <a:t>04/01/2026</a:t>
            </a:fld>
            <a:endParaRPr lang="es-ES"/>
          </a:p>
        </p:txBody>
      </p:sp>
      <p:sp>
        <p:nvSpPr>
          <p:cNvPr id="3" name="Marcador de pie de página 2">
            <a:extLst>
              <a:ext uri="{FF2B5EF4-FFF2-40B4-BE49-F238E27FC236}">
                <a16:creationId xmlns:a16="http://schemas.microsoft.com/office/drawing/2014/main" id="{E6693F5E-9F48-A2A5-BF7D-E2193F15BCAA}"/>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92F975DA-DD66-6E59-4399-C12C703AC295}"/>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9462465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F129FB-A83F-97F4-EE3F-250E9B962F8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C54B72D4-0215-9989-64C5-FA5B28611F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9AD841C0-D440-8562-F22E-260BEA1FB8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452EB7F-F270-6A4F-37FB-B027AD1A6543}"/>
              </a:ext>
            </a:extLst>
          </p:cNvPr>
          <p:cNvSpPr>
            <a:spLocks noGrp="1"/>
          </p:cNvSpPr>
          <p:nvPr>
            <p:ph type="dt" sz="half" idx="10"/>
          </p:nvPr>
        </p:nvSpPr>
        <p:spPr/>
        <p:txBody>
          <a:bodyPr/>
          <a:lstStyle/>
          <a:p>
            <a:fld id="{6A3C2F7B-537C-4500-BF1F-DDEBE70AF5A2}" type="datetimeFigureOut">
              <a:rPr lang="es-ES" smtClean="0"/>
              <a:t>04/01/2026</a:t>
            </a:fld>
            <a:endParaRPr lang="es-ES"/>
          </a:p>
        </p:txBody>
      </p:sp>
      <p:sp>
        <p:nvSpPr>
          <p:cNvPr id="6" name="Marcador de pie de página 5">
            <a:extLst>
              <a:ext uri="{FF2B5EF4-FFF2-40B4-BE49-F238E27FC236}">
                <a16:creationId xmlns:a16="http://schemas.microsoft.com/office/drawing/2014/main" id="{6125A218-5C26-5421-DA69-A00C2687A349}"/>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16373DD1-DDEB-A4B5-A385-2CBD6791B5A8}"/>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924657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6F18B5-70C2-F75B-7509-159B84DC7F81}"/>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466AB8F0-77FB-C7F5-4D68-2143774460A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D0085761-476D-DBA6-8ACE-8A9F5896F47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32C5C16-DDC2-452D-289A-1717A2A49A39}"/>
              </a:ext>
            </a:extLst>
          </p:cNvPr>
          <p:cNvSpPr>
            <a:spLocks noGrp="1"/>
          </p:cNvSpPr>
          <p:nvPr>
            <p:ph type="dt" sz="half" idx="10"/>
          </p:nvPr>
        </p:nvSpPr>
        <p:spPr/>
        <p:txBody>
          <a:bodyPr/>
          <a:lstStyle/>
          <a:p>
            <a:fld id="{6A3C2F7B-537C-4500-BF1F-DDEBE70AF5A2}" type="datetimeFigureOut">
              <a:rPr lang="es-ES" smtClean="0"/>
              <a:t>04/01/2026</a:t>
            </a:fld>
            <a:endParaRPr lang="es-ES"/>
          </a:p>
        </p:txBody>
      </p:sp>
      <p:sp>
        <p:nvSpPr>
          <p:cNvPr id="6" name="Marcador de pie de página 5">
            <a:extLst>
              <a:ext uri="{FF2B5EF4-FFF2-40B4-BE49-F238E27FC236}">
                <a16:creationId xmlns:a16="http://schemas.microsoft.com/office/drawing/2014/main" id="{4B0CFB15-63BE-00BB-3F14-08DD247AD9D1}"/>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1FC91375-9C3B-4DCF-1EC8-4F103F2D7F57}"/>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52749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82068F-DD29-8020-C443-2B8677CAE751}"/>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2621F251-9AEF-A5B9-3EAD-23A0BF84F718}"/>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4274E578-CEB3-C00E-D4EF-62B0D2C01A6B}"/>
              </a:ext>
            </a:extLst>
          </p:cNvPr>
          <p:cNvSpPr>
            <a:spLocks noGrp="1"/>
          </p:cNvSpPr>
          <p:nvPr>
            <p:ph type="dt" sz="half" idx="10"/>
          </p:nvPr>
        </p:nvSpPr>
        <p:spPr/>
        <p:txBody>
          <a:bodyPr/>
          <a:lstStyle/>
          <a:p>
            <a:fld id="{6A3C2F7B-537C-4500-BF1F-DDEBE70AF5A2}" type="datetimeFigureOut">
              <a:rPr lang="es-ES" smtClean="0"/>
              <a:t>04/01/2026</a:t>
            </a:fld>
            <a:endParaRPr lang="es-ES"/>
          </a:p>
        </p:txBody>
      </p:sp>
      <p:sp>
        <p:nvSpPr>
          <p:cNvPr id="5" name="Marcador de pie de página 4">
            <a:extLst>
              <a:ext uri="{FF2B5EF4-FFF2-40B4-BE49-F238E27FC236}">
                <a16:creationId xmlns:a16="http://schemas.microsoft.com/office/drawing/2014/main" id="{152E8D4F-9760-21F0-19D3-6A7BBBBFB7F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82EE1C63-5231-6836-9165-BB5DC0DC1A1B}"/>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4236136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0988D07E-D1D4-3C2B-3334-5446BADEBD6C}"/>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9016FE8A-0D12-D17D-7696-33F3BB88F601}"/>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531A7349-7C53-7C46-A0B4-9ACFD1BFFC5C}"/>
              </a:ext>
            </a:extLst>
          </p:cNvPr>
          <p:cNvSpPr>
            <a:spLocks noGrp="1"/>
          </p:cNvSpPr>
          <p:nvPr>
            <p:ph type="dt" sz="half" idx="10"/>
          </p:nvPr>
        </p:nvSpPr>
        <p:spPr/>
        <p:txBody>
          <a:bodyPr/>
          <a:lstStyle/>
          <a:p>
            <a:fld id="{6A3C2F7B-537C-4500-BF1F-DDEBE70AF5A2}" type="datetimeFigureOut">
              <a:rPr lang="es-ES" smtClean="0"/>
              <a:t>04/01/2026</a:t>
            </a:fld>
            <a:endParaRPr lang="es-ES"/>
          </a:p>
        </p:txBody>
      </p:sp>
      <p:sp>
        <p:nvSpPr>
          <p:cNvPr id="5" name="Marcador de pie de página 4">
            <a:extLst>
              <a:ext uri="{FF2B5EF4-FFF2-40B4-BE49-F238E27FC236}">
                <a16:creationId xmlns:a16="http://schemas.microsoft.com/office/drawing/2014/main" id="{21EEEA78-0A2A-E37B-7E6A-5BD51A54D3C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AA8C8C2-5919-7BFE-8CC7-3E8D9653B7B4}"/>
              </a:ext>
            </a:extLst>
          </p:cNvPr>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9979480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B9D01C1E-A1E5-8A7C-294C-6D96EA216B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F92ED664-00EC-2D31-5912-D247DE5320F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B5448CFD-8A27-278D-EAD6-DB442C0359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A3C2F7B-537C-4500-BF1F-DDEBE70AF5A2}" type="datetimeFigureOut">
              <a:rPr lang="es-ES" smtClean="0"/>
              <a:t>04/01/2026</a:t>
            </a:fld>
            <a:endParaRPr lang="es-ES"/>
          </a:p>
        </p:txBody>
      </p:sp>
      <p:sp>
        <p:nvSpPr>
          <p:cNvPr id="5" name="Marcador de pie de página 4">
            <a:extLst>
              <a:ext uri="{FF2B5EF4-FFF2-40B4-BE49-F238E27FC236}">
                <a16:creationId xmlns:a16="http://schemas.microsoft.com/office/drawing/2014/main" id="{0D652782-957B-9DC8-17CC-DF2FAE48303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CAD505CB-3D18-4D2A-82C7-12C1410449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CDF74C9-6FB5-4621-B7DC-E9E2DB2ABB0E}" type="slidenum">
              <a:rPr lang="es-ES" smtClean="0"/>
              <a:t>‹#›</a:t>
            </a:fld>
            <a:endParaRPr lang="es-ES"/>
          </a:p>
        </p:txBody>
      </p:sp>
    </p:spTree>
    <p:extLst>
      <p:ext uri="{BB962C8B-B14F-4D97-AF65-F5344CB8AC3E}">
        <p14:creationId xmlns:p14="http://schemas.microsoft.com/office/powerpoint/2010/main" val="27671198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8CE816-90D2-220C-579B-2E51084401C6}"/>
              </a:ext>
            </a:extLst>
          </p:cNvPr>
          <p:cNvSpPr>
            <a:spLocks noGrp="1"/>
          </p:cNvSpPr>
          <p:nvPr>
            <p:ph type="ctrTitle"/>
          </p:nvPr>
        </p:nvSpPr>
        <p:spPr/>
        <p:txBody>
          <a:bodyPr/>
          <a:lstStyle/>
          <a:p>
            <a:endParaRPr lang="es-ES"/>
          </a:p>
        </p:txBody>
      </p:sp>
      <p:sp>
        <p:nvSpPr>
          <p:cNvPr id="3" name="Subtítulo 2">
            <a:extLst>
              <a:ext uri="{FF2B5EF4-FFF2-40B4-BE49-F238E27FC236}">
                <a16:creationId xmlns:a16="http://schemas.microsoft.com/office/drawing/2014/main" id="{E1B75CE3-D0D0-D9DA-4B45-6DDADDB1D0E0}"/>
              </a:ext>
            </a:extLst>
          </p:cNvPr>
          <p:cNvSpPr>
            <a:spLocks noGrp="1"/>
          </p:cNvSpPr>
          <p:nvPr>
            <p:ph type="subTitle" idx="1"/>
          </p:nvPr>
        </p:nvSpPr>
        <p:spPr/>
        <p:txBody>
          <a:bodyPr/>
          <a:lstStyle/>
          <a:p>
            <a:endParaRPr lang="es-ES"/>
          </a:p>
        </p:txBody>
      </p:sp>
    </p:spTree>
    <p:extLst>
      <p:ext uri="{BB962C8B-B14F-4D97-AF65-F5344CB8AC3E}">
        <p14:creationId xmlns:p14="http://schemas.microsoft.com/office/powerpoint/2010/main" val="5279884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21B85E-EBD2-1B74-80F4-65FA52FCDA35}"/>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4244D783-E63C-0F9B-BE3D-8C8414FFF3B7}"/>
              </a:ext>
            </a:extLst>
          </p:cNvPr>
          <p:cNvSpPr>
            <a:spLocks noGrp="1"/>
          </p:cNvSpPr>
          <p:nvPr>
            <p:ph type="title"/>
          </p:nvPr>
        </p:nvSpPr>
        <p:spPr>
          <a:xfrm>
            <a:off x="640080" y="329184"/>
            <a:ext cx="6894576" cy="1783080"/>
          </a:xfrm>
        </p:spPr>
        <p:txBody>
          <a:bodyPr anchor="b">
            <a:normAutofit/>
          </a:bodyPr>
          <a:lstStyle/>
          <a:p>
            <a:r>
              <a:rPr lang="es-ES" sz="5400"/>
              <a:t>AVALABILITY PROBLEM: ISSUE</a:t>
            </a:r>
          </a:p>
        </p:txBody>
      </p:sp>
      <p:sp>
        <p:nvSpPr>
          <p:cNvPr id="15"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ADEC5E53-9844-16DF-46F8-30A6E8DD1804}"/>
              </a:ext>
            </a:extLst>
          </p:cNvPr>
          <p:cNvSpPr>
            <a:spLocks noGrp="1"/>
          </p:cNvSpPr>
          <p:nvPr>
            <p:ph idx="1"/>
          </p:nvPr>
        </p:nvSpPr>
        <p:spPr>
          <a:xfrm>
            <a:off x="640080" y="2706624"/>
            <a:ext cx="6894576" cy="3483864"/>
          </a:xfrm>
        </p:spPr>
        <p:txBody>
          <a:bodyPr>
            <a:normAutofit/>
          </a:bodyPr>
          <a:lstStyle/>
          <a:p>
            <a:r>
              <a:rPr lang="en-GB" sz="2000" dirty="0"/>
              <a:t>After having the exams corrected, the teacher uploads the grading marks to the system, and within 15 minutes, the systems must make it available to check for the student. When this does not happen, there is an issue.</a:t>
            </a:r>
            <a:endParaRPr lang="en-GB" sz="2000" noProof="0" dirty="0"/>
          </a:p>
          <a:p>
            <a:r>
              <a:rPr lang="en-GB" sz="2000" noProof="0" dirty="0"/>
              <a:t>Involved Users: Student, Teacher</a:t>
            </a:r>
          </a:p>
          <a:p>
            <a:r>
              <a:rPr lang="es-ES" sz="2000"/>
              <a:t>Afected</a:t>
            </a:r>
            <a:r>
              <a:rPr lang="es-ES" sz="2000" dirty="0"/>
              <a:t> </a:t>
            </a:r>
            <a:r>
              <a:rPr lang="es-ES" sz="2000"/>
              <a:t>System</a:t>
            </a:r>
            <a:r>
              <a:rPr lang="es-ES" sz="2000" dirty="0"/>
              <a:t> </a:t>
            </a:r>
            <a:r>
              <a:rPr lang="es-ES" sz="2000"/>
              <a:t>Parts</a:t>
            </a:r>
            <a:r>
              <a:rPr lang="es-ES" sz="2000" dirty="0"/>
              <a:t>: In </a:t>
            </a:r>
            <a:r>
              <a:rPr lang="es-ES" sz="2000"/>
              <a:t>Backend</a:t>
            </a:r>
            <a:r>
              <a:rPr lang="es-ES" sz="2000" dirty="0"/>
              <a:t> API:</a:t>
            </a:r>
            <a:endParaRPr lang="es-ES" sz="2000"/>
          </a:p>
          <a:p>
            <a:pPr lvl="1"/>
            <a:r>
              <a:rPr lang="es-ES" sz="2000"/>
              <a:t>Grading Management Container, Persistent Adapter, Result Viewing, Notification Adapter</a:t>
            </a:r>
          </a:p>
          <a:p>
            <a:pPr marL="0" indent="0">
              <a:buNone/>
            </a:pPr>
            <a:r>
              <a:rPr lang="es-ES" sz="2000" dirty="0"/>
              <a:t>    In Web </a:t>
            </a:r>
            <a:r>
              <a:rPr lang="es-ES" sz="2000"/>
              <a:t>Application</a:t>
            </a:r>
            <a:r>
              <a:rPr lang="es-ES" sz="2000" dirty="0"/>
              <a:t>:</a:t>
            </a:r>
          </a:p>
          <a:p>
            <a:pPr lvl="1"/>
            <a:r>
              <a:rPr lang="es-ES" sz="2000"/>
              <a:t>Results View</a:t>
            </a:r>
          </a:p>
        </p:txBody>
      </p:sp>
      <p:pic>
        <p:nvPicPr>
          <p:cNvPr id="6" name="Imagen 5" descr="Diagrama&#10;&#10;El contenido generado por IA puede ser incorrecto.">
            <a:extLst>
              <a:ext uri="{FF2B5EF4-FFF2-40B4-BE49-F238E27FC236}">
                <a16:creationId xmlns:a16="http://schemas.microsoft.com/office/drawing/2014/main" id="{5AF782F3-3471-5D94-42D3-EB82D0872B8A}"/>
              </a:ext>
            </a:extLst>
          </p:cNvPr>
          <p:cNvPicPr>
            <a:picLocks noChangeAspect="1"/>
          </p:cNvPicPr>
          <p:nvPr/>
        </p:nvPicPr>
        <p:blipFill>
          <a:blip r:embed="rId3"/>
          <a:stretch>
            <a:fillRect/>
          </a:stretch>
        </p:blipFill>
        <p:spPr>
          <a:xfrm>
            <a:off x="8151665" y="329183"/>
            <a:ext cx="3438565" cy="3429969"/>
          </a:xfrm>
          <a:prstGeom prst="rect">
            <a:avLst/>
          </a:prstGeom>
        </p:spPr>
      </p:pic>
      <p:pic>
        <p:nvPicPr>
          <p:cNvPr id="8" name="Imagen 7" descr="Diagrama&#10;&#10;El contenido generado por IA puede ser incorrecto.">
            <a:extLst>
              <a:ext uri="{FF2B5EF4-FFF2-40B4-BE49-F238E27FC236}">
                <a16:creationId xmlns:a16="http://schemas.microsoft.com/office/drawing/2014/main" id="{C08C081E-6687-7FC9-07B6-5A19C24E4E5A}"/>
              </a:ext>
            </a:extLst>
          </p:cNvPr>
          <p:cNvPicPr>
            <a:picLocks noChangeAspect="1"/>
          </p:cNvPicPr>
          <p:nvPr/>
        </p:nvPicPr>
        <p:blipFill>
          <a:blip r:embed="rId4"/>
          <a:stretch>
            <a:fillRect/>
          </a:stretch>
        </p:blipFill>
        <p:spPr>
          <a:xfrm>
            <a:off x="7131064" y="4349352"/>
            <a:ext cx="5057888" cy="2174892"/>
          </a:xfrm>
          <a:prstGeom prst="rect">
            <a:avLst/>
          </a:prstGeom>
        </p:spPr>
      </p:pic>
    </p:spTree>
    <p:extLst>
      <p:ext uri="{BB962C8B-B14F-4D97-AF65-F5344CB8AC3E}">
        <p14:creationId xmlns:p14="http://schemas.microsoft.com/office/powerpoint/2010/main" val="16934716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C071F6-FDDA-86C5-2822-DDACCAE15B1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68735FA2-12C4-F31F-0C81-B341109AEFAC}"/>
              </a:ext>
            </a:extLst>
          </p:cNvPr>
          <p:cNvSpPr>
            <a:spLocks noGrp="1"/>
          </p:cNvSpPr>
          <p:nvPr>
            <p:ph type="title"/>
          </p:nvPr>
        </p:nvSpPr>
        <p:spPr>
          <a:xfrm>
            <a:off x="630936" y="640080"/>
            <a:ext cx="4818888" cy="1481328"/>
          </a:xfrm>
        </p:spPr>
        <p:txBody>
          <a:bodyPr anchor="b">
            <a:normAutofit/>
          </a:bodyPr>
          <a:lstStyle/>
          <a:p>
            <a:r>
              <a:rPr lang="es-ES" sz="3800"/>
              <a:t>AVAILABILITY PROBLEM: SOLUTION</a:t>
            </a:r>
          </a:p>
        </p:txBody>
      </p:sp>
      <p:sp>
        <p:nvSpPr>
          <p:cNvPr id="12"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98E6E1CF-5DBB-B309-6D09-BE14D4EBA029}"/>
              </a:ext>
            </a:extLst>
          </p:cNvPr>
          <p:cNvSpPr>
            <a:spLocks noGrp="1"/>
          </p:cNvSpPr>
          <p:nvPr>
            <p:ph idx="1"/>
          </p:nvPr>
        </p:nvSpPr>
        <p:spPr>
          <a:xfrm>
            <a:off x="630936" y="2660904"/>
            <a:ext cx="5272024" cy="3547872"/>
          </a:xfrm>
        </p:spPr>
        <p:txBody>
          <a:bodyPr anchor="t">
            <a:normAutofit fontScale="85000" lnSpcReduction="10000"/>
          </a:bodyPr>
          <a:lstStyle/>
          <a:p>
            <a:r>
              <a:rPr lang="en-US" sz="1900" dirty="0"/>
              <a:t>The solution introduces a monitoring mechanism for the grade publication process that detects when grading results are not available to students within the defined time limit.</a:t>
            </a:r>
          </a:p>
          <a:p>
            <a:r>
              <a:rPr lang="en-US" sz="1900" dirty="0"/>
              <a:t>When the 15-minute availability deadline is violated, the system automatically triggers compensating notifications to both the teacher and the student, informing them of the temporary system failure.</a:t>
            </a:r>
          </a:p>
          <a:p>
            <a:r>
              <a:rPr lang="en-US" sz="1900" dirty="0"/>
              <a:t>With this approach, the system does not silently fail: students are informed about the unavailability of their grades, and teachers are explicitly instructed to communicate the results through alternative means.</a:t>
            </a:r>
            <a:br>
              <a:rPr lang="en-US" sz="1900" dirty="0"/>
            </a:br>
            <a:r>
              <a:rPr lang="en-US" sz="1900" dirty="0"/>
              <a:t>This ensures transparency, maintains trust in the system, and preserves the academic process continuity even when the system availability requirement is not met.</a:t>
            </a:r>
          </a:p>
          <a:p>
            <a:endParaRPr lang="en-GB" sz="1400" noProof="0" dirty="0"/>
          </a:p>
        </p:txBody>
      </p:sp>
      <p:pic>
        <p:nvPicPr>
          <p:cNvPr id="5" name="Imagen 4" descr="Diagrama&#10;&#10;El contenido generado por IA puede ser incorrecto.">
            <a:extLst>
              <a:ext uri="{FF2B5EF4-FFF2-40B4-BE49-F238E27FC236}">
                <a16:creationId xmlns:a16="http://schemas.microsoft.com/office/drawing/2014/main" id="{11284E59-AD43-F674-F05D-545433E2CCA9}"/>
              </a:ext>
            </a:extLst>
          </p:cNvPr>
          <p:cNvPicPr>
            <a:picLocks noChangeAspect="1"/>
          </p:cNvPicPr>
          <p:nvPr/>
        </p:nvPicPr>
        <p:blipFill>
          <a:blip r:embed="rId2"/>
          <a:stretch>
            <a:fillRect/>
          </a:stretch>
        </p:blipFill>
        <p:spPr>
          <a:xfrm>
            <a:off x="5902960" y="1664742"/>
            <a:ext cx="6167120" cy="4270729"/>
          </a:xfrm>
          <a:prstGeom prst="rect">
            <a:avLst/>
          </a:prstGeom>
        </p:spPr>
      </p:pic>
    </p:spTree>
    <p:extLst>
      <p:ext uri="{BB962C8B-B14F-4D97-AF65-F5344CB8AC3E}">
        <p14:creationId xmlns:p14="http://schemas.microsoft.com/office/powerpoint/2010/main" val="421348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25">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70D810E6-D634-5775-23EC-7C1CD5F9B4BC}"/>
              </a:ext>
            </a:extLst>
          </p:cNvPr>
          <p:cNvSpPr>
            <a:spLocks noGrp="1"/>
          </p:cNvSpPr>
          <p:nvPr>
            <p:ph type="title"/>
          </p:nvPr>
        </p:nvSpPr>
        <p:spPr>
          <a:xfrm>
            <a:off x="630936" y="640080"/>
            <a:ext cx="4818888" cy="1481328"/>
          </a:xfrm>
        </p:spPr>
        <p:txBody>
          <a:bodyPr anchor="b">
            <a:normAutofit/>
          </a:bodyPr>
          <a:lstStyle/>
          <a:p>
            <a:r>
              <a:rPr lang="es-ES" sz="5000"/>
              <a:t>MODIFIABILITY PROBLEM: ISSUE</a:t>
            </a:r>
          </a:p>
        </p:txBody>
      </p:sp>
      <p:sp>
        <p:nvSpPr>
          <p:cNvPr id="33" name="sketch line">
            <a:extLst>
              <a:ext uri="{FF2B5EF4-FFF2-40B4-BE49-F238E27FC236}">
                <a16:creationId xmlns:a16="http://schemas.microsoft.com/office/drawing/2014/main" id="{650D18FE-0824-4A46-B22C-A86B52E57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61F5AB5F-386D-CE95-CCBF-2F74C67C4105}"/>
              </a:ext>
            </a:extLst>
          </p:cNvPr>
          <p:cNvSpPr>
            <a:spLocks noGrp="1"/>
          </p:cNvSpPr>
          <p:nvPr>
            <p:ph idx="1"/>
          </p:nvPr>
        </p:nvSpPr>
        <p:spPr>
          <a:xfrm>
            <a:off x="630936" y="2660904"/>
            <a:ext cx="4818888" cy="3547872"/>
          </a:xfrm>
        </p:spPr>
        <p:txBody>
          <a:bodyPr anchor="t">
            <a:normAutofit/>
          </a:bodyPr>
          <a:lstStyle/>
          <a:p>
            <a:r>
              <a:rPr lang="en-GB" sz="2000"/>
              <a:t>The Grading system must be modified within an hour. However, all the data flow of all services go through the persistence adapter, so every service data flow must be modified and because of that the modification takes much more time.</a:t>
            </a:r>
            <a:endParaRPr lang="en-GB" sz="2000" noProof="0"/>
          </a:p>
          <a:p>
            <a:r>
              <a:rPr lang="en-GB" sz="2000" noProof="0"/>
              <a:t>Involved Users: Student, Teacher</a:t>
            </a:r>
          </a:p>
          <a:p>
            <a:r>
              <a:rPr lang="es-ES" sz="2000"/>
              <a:t>Afected System Parts: Backend API, Grading Management Container, Persistent Adapter</a:t>
            </a:r>
          </a:p>
          <a:p>
            <a:endParaRPr lang="es-ES" sz="2000"/>
          </a:p>
        </p:txBody>
      </p:sp>
      <p:pic>
        <p:nvPicPr>
          <p:cNvPr id="5" name="Imagen 4" descr="Diagrama&#10;&#10;El contenido generado por IA puede ser incorrecto.">
            <a:extLst>
              <a:ext uri="{FF2B5EF4-FFF2-40B4-BE49-F238E27FC236}">
                <a16:creationId xmlns:a16="http://schemas.microsoft.com/office/drawing/2014/main" id="{FBE88C5A-76C0-CA70-1F19-B652A1D7B555}"/>
              </a:ext>
            </a:extLst>
          </p:cNvPr>
          <p:cNvPicPr>
            <a:picLocks noChangeAspect="1"/>
          </p:cNvPicPr>
          <p:nvPr/>
        </p:nvPicPr>
        <p:blipFill>
          <a:blip r:embed="rId2"/>
          <a:stretch>
            <a:fillRect/>
          </a:stretch>
        </p:blipFill>
        <p:spPr>
          <a:xfrm>
            <a:off x="5449824" y="2011680"/>
            <a:ext cx="6367500" cy="3963768"/>
          </a:xfrm>
          <a:prstGeom prst="rect">
            <a:avLst/>
          </a:prstGeom>
        </p:spPr>
      </p:pic>
    </p:spTree>
    <p:extLst>
      <p:ext uri="{BB962C8B-B14F-4D97-AF65-F5344CB8AC3E}">
        <p14:creationId xmlns:p14="http://schemas.microsoft.com/office/powerpoint/2010/main" val="6484250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D75302-7086-39AF-681D-AA4CA1B40A2F}"/>
            </a:ext>
          </a:extLst>
        </p:cNvPr>
        <p:cNvGrpSpPr/>
        <p:nvPr/>
      </p:nvGrpSpPr>
      <p:grpSpPr>
        <a:xfrm>
          <a:off x="0" y="0"/>
          <a:ext cx="0" cy="0"/>
          <a:chOff x="0" y="0"/>
          <a:chExt cx="0" cy="0"/>
        </a:xfrm>
      </p:grpSpPr>
      <p:sp useBgFill="1">
        <p:nvSpPr>
          <p:cNvPr id="38" name="Rectangle 37">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84F26597-39C7-F7D6-4554-A75DC45B28BD}"/>
              </a:ext>
            </a:extLst>
          </p:cNvPr>
          <p:cNvSpPr>
            <a:spLocks noGrp="1"/>
          </p:cNvSpPr>
          <p:nvPr>
            <p:ph type="title"/>
          </p:nvPr>
        </p:nvSpPr>
        <p:spPr>
          <a:xfrm>
            <a:off x="630936" y="323088"/>
            <a:ext cx="5637784" cy="1798320"/>
          </a:xfrm>
        </p:spPr>
        <p:txBody>
          <a:bodyPr anchor="b">
            <a:normAutofit/>
          </a:bodyPr>
          <a:lstStyle/>
          <a:p>
            <a:r>
              <a:rPr lang="es-ES"/>
              <a:t>MODIFIABILITY PROBLEM: SOLUTION</a:t>
            </a:r>
            <a:endParaRPr lang="es-ES" dirty="0"/>
          </a:p>
        </p:txBody>
      </p:sp>
      <p:sp>
        <p:nvSpPr>
          <p:cNvPr id="40"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904A46F4-5F3A-8047-7AD8-5EC66B448D1D}"/>
              </a:ext>
            </a:extLst>
          </p:cNvPr>
          <p:cNvSpPr>
            <a:spLocks noGrp="1"/>
          </p:cNvSpPr>
          <p:nvPr>
            <p:ph idx="1"/>
          </p:nvPr>
        </p:nvSpPr>
        <p:spPr>
          <a:xfrm>
            <a:off x="630936" y="2660904"/>
            <a:ext cx="4818888" cy="3547872"/>
          </a:xfrm>
        </p:spPr>
        <p:txBody>
          <a:bodyPr anchor="t">
            <a:normAutofit lnSpcReduction="10000"/>
          </a:bodyPr>
          <a:lstStyle/>
          <a:p>
            <a:r>
              <a:rPr lang="en-GB" sz="2200" dirty="0"/>
              <a:t>The persistent adapter is </a:t>
            </a:r>
            <a:r>
              <a:rPr lang="en-GB" sz="2200" dirty="0" err="1"/>
              <a:t>splited</a:t>
            </a:r>
            <a:r>
              <a:rPr lang="en-GB" sz="2200" dirty="0"/>
              <a:t> in many independent adapters, as much as services are in the system.</a:t>
            </a:r>
            <a:endParaRPr lang="es-ES" sz="2200" dirty="0"/>
          </a:p>
          <a:p>
            <a:r>
              <a:rPr lang="es-ES" sz="2200" noProof="0" dirty="0" err="1"/>
              <a:t>With</a:t>
            </a:r>
            <a:r>
              <a:rPr lang="es-ES" sz="2200" noProof="0" dirty="0"/>
              <a:t> </a:t>
            </a:r>
            <a:r>
              <a:rPr lang="es-ES" sz="2200" noProof="0" dirty="0" err="1"/>
              <a:t>this</a:t>
            </a:r>
            <a:r>
              <a:rPr lang="es-ES" sz="2200" dirty="0"/>
              <a:t>, </a:t>
            </a:r>
            <a:r>
              <a:rPr lang="es-ES" sz="2200" dirty="0" err="1"/>
              <a:t>if</a:t>
            </a:r>
            <a:r>
              <a:rPr lang="es-ES" sz="2200" dirty="0"/>
              <a:t> </a:t>
            </a:r>
            <a:r>
              <a:rPr lang="es-ES" sz="2200" dirty="0" err="1"/>
              <a:t>one</a:t>
            </a:r>
            <a:r>
              <a:rPr lang="es-ES" sz="2200" dirty="0"/>
              <a:t> </a:t>
            </a:r>
            <a:r>
              <a:rPr lang="es-ES" sz="2200" dirty="0" err="1"/>
              <a:t>service</a:t>
            </a:r>
            <a:r>
              <a:rPr lang="es-ES" sz="2200" dirty="0"/>
              <a:t> </a:t>
            </a:r>
            <a:r>
              <a:rPr lang="es-ES" sz="2200" dirty="0" err="1"/>
              <a:t>part</a:t>
            </a:r>
            <a:r>
              <a:rPr lang="es-ES" sz="2200" dirty="0"/>
              <a:t> </a:t>
            </a:r>
            <a:r>
              <a:rPr lang="es-ES" sz="2200" dirty="0" err="1"/>
              <a:t>needs</a:t>
            </a:r>
            <a:r>
              <a:rPr lang="es-ES" sz="2200" dirty="0"/>
              <a:t> </a:t>
            </a:r>
            <a:r>
              <a:rPr lang="es-ES" sz="2200" dirty="0" err="1"/>
              <a:t>to</a:t>
            </a:r>
            <a:r>
              <a:rPr lang="es-ES" sz="2200" dirty="0"/>
              <a:t> be </a:t>
            </a:r>
            <a:r>
              <a:rPr lang="es-ES" sz="2200" dirty="0" err="1"/>
              <a:t>modified</a:t>
            </a:r>
            <a:r>
              <a:rPr lang="es-ES" sz="2200" dirty="0"/>
              <a:t>, </a:t>
            </a:r>
            <a:r>
              <a:rPr lang="es-ES" sz="2200" dirty="0" err="1"/>
              <a:t>it</a:t>
            </a:r>
            <a:r>
              <a:rPr lang="es-ES" sz="2200" dirty="0"/>
              <a:t> can be done </a:t>
            </a:r>
            <a:r>
              <a:rPr lang="es-ES" sz="2200" dirty="0" err="1"/>
              <a:t>without</a:t>
            </a:r>
            <a:r>
              <a:rPr lang="es-ES" sz="2200" dirty="0"/>
              <a:t> </a:t>
            </a:r>
            <a:r>
              <a:rPr lang="es-ES" sz="2200" dirty="0" err="1"/>
              <a:t>affecting</a:t>
            </a:r>
            <a:r>
              <a:rPr lang="es-ES" sz="2200" dirty="0"/>
              <a:t> </a:t>
            </a:r>
            <a:r>
              <a:rPr lang="es-ES" sz="2200" dirty="0" err="1"/>
              <a:t>to</a:t>
            </a:r>
            <a:r>
              <a:rPr lang="es-ES" sz="2200" dirty="0"/>
              <a:t> </a:t>
            </a:r>
            <a:r>
              <a:rPr lang="es-ES" sz="2200" dirty="0" err="1"/>
              <a:t>the</a:t>
            </a:r>
            <a:r>
              <a:rPr lang="es-ES" sz="2200" dirty="0"/>
              <a:t> </a:t>
            </a:r>
            <a:r>
              <a:rPr lang="es-ES" sz="2200" dirty="0" err="1"/>
              <a:t>other</a:t>
            </a:r>
            <a:r>
              <a:rPr lang="es-ES" sz="2200" dirty="0"/>
              <a:t> </a:t>
            </a:r>
            <a:r>
              <a:rPr lang="es-ES" sz="2200" dirty="0" err="1"/>
              <a:t>services</a:t>
            </a:r>
            <a:r>
              <a:rPr lang="es-ES" sz="2200" dirty="0"/>
              <a:t> </a:t>
            </a:r>
            <a:r>
              <a:rPr lang="es-ES" sz="2200" dirty="0" err="1"/>
              <a:t>or</a:t>
            </a:r>
            <a:r>
              <a:rPr lang="es-ES" sz="2200" dirty="0"/>
              <a:t> data </a:t>
            </a:r>
            <a:r>
              <a:rPr lang="es-ES" sz="2200" dirty="0" err="1"/>
              <a:t>flows</a:t>
            </a:r>
            <a:r>
              <a:rPr lang="es-ES" sz="2200" dirty="0"/>
              <a:t>.</a:t>
            </a:r>
          </a:p>
          <a:p>
            <a:r>
              <a:rPr lang="es-ES" sz="2200" noProof="0" dirty="0"/>
              <a:t>In </a:t>
            </a:r>
            <a:r>
              <a:rPr lang="es-ES" sz="2200" dirty="0" err="1"/>
              <a:t>our</a:t>
            </a:r>
            <a:r>
              <a:rPr lang="es-ES" sz="2200" dirty="0"/>
              <a:t> case, </a:t>
            </a:r>
            <a:r>
              <a:rPr lang="es-ES" sz="2200" dirty="0" err="1"/>
              <a:t>this</a:t>
            </a:r>
            <a:r>
              <a:rPr lang="es-ES" sz="2200" dirty="0"/>
              <a:t> </a:t>
            </a:r>
            <a:r>
              <a:rPr lang="es-ES" sz="2200" dirty="0" err="1"/>
              <a:t>modification</a:t>
            </a:r>
            <a:r>
              <a:rPr lang="es-ES" sz="2200" dirty="0"/>
              <a:t> </a:t>
            </a:r>
            <a:r>
              <a:rPr lang="es-ES" sz="2200" dirty="0" err="1"/>
              <a:t>allows</a:t>
            </a:r>
            <a:r>
              <a:rPr lang="es-ES" sz="2200" dirty="0"/>
              <a:t> </a:t>
            </a:r>
            <a:r>
              <a:rPr lang="es-ES" sz="2200" dirty="0" err="1"/>
              <a:t>an</a:t>
            </a:r>
            <a:r>
              <a:rPr lang="es-ES" sz="2200" dirty="0"/>
              <a:t> </a:t>
            </a:r>
            <a:r>
              <a:rPr lang="es-ES" sz="2200" dirty="0" err="1"/>
              <a:t>easy</a:t>
            </a:r>
            <a:r>
              <a:rPr lang="es-ES" sz="2200" dirty="0"/>
              <a:t> </a:t>
            </a:r>
            <a:r>
              <a:rPr lang="es-ES" sz="2200" dirty="0" err="1"/>
              <a:t>Grading</a:t>
            </a:r>
            <a:r>
              <a:rPr lang="es-ES" sz="2200" dirty="0"/>
              <a:t> </a:t>
            </a:r>
            <a:r>
              <a:rPr lang="es-ES" sz="2200" dirty="0" err="1"/>
              <a:t>System</a:t>
            </a:r>
            <a:r>
              <a:rPr lang="es-ES" sz="2200" dirty="0"/>
              <a:t> </a:t>
            </a:r>
            <a:r>
              <a:rPr lang="es-ES" sz="2200" dirty="0" err="1"/>
              <a:t>service</a:t>
            </a:r>
            <a:r>
              <a:rPr lang="es-ES" sz="2200" dirty="0"/>
              <a:t> </a:t>
            </a:r>
            <a:r>
              <a:rPr lang="es-ES" sz="2200" dirty="0" err="1"/>
              <a:t>modification</a:t>
            </a:r>
            <a:r>
              <a:rPr lang="es-ES" sz="2200" dirty="0"/>
              <a:t>, meeting </a:t>
            </a:r>
            <a:r>
              <a:rPr lang="es-ES" sz="2200" dirty="0" err="1"/>
              <a:t>the</a:t>
            </a:r>
            <a:r>
              <a:rPr lang="es-ES" sz="2200" dirty="0"/>
              <a:t> </a:t>
            </a:r>
            <a:r>
              <a:rPr lang="es-ES" sz="2200" dirty="0" err="1"/>
              <a:t>one-hour</a:t>
            </a:r>
            <a:r>
              <a:rPr lang="es-ES" sz="2200" dirty="0"/>
              <a:t> </a:t>
            </a:r>
            <a:r>
              <a:rPr lang="es-ES" sz="2200" dirty="0" err="1"/>
              <a:t>deadline</a:t>
            </a:r>
            <a:r>
              <a:rPr lang="es-ES" sz="2200" dirty="0"/>
              <a:t>.</a:t>
            </a:r>
            <a:endParaRPr lang="en-GB" sz="2200" noProof="0" dirty="0"/>
          </a:p>
        </p:txBody>
      </p:sp>
      <p:pic>
        <p:nvPicPr>
          <p:cNvPr id="6" name="Imagen 5" descr="Imagen que contiene Interfaz de usuario gráfica&#10;&#10;El contenido generado por IA puede ser incorrecto.">
            <a:extLst>
              <a:ext uri="{FF2B5EF4-FFF2-40B4-BE49-F238E27FC236}">
                <a16:creationId xmlns:a16="http://schemas.microsoft.com/office/drawing/2014/main" id="{F6643991-A7AA-096C-F3C9-60637A085517}"/>
              </a:ext>
            </a:extLst>
          </p:cNvPr>
          <p:cNvPicPr>
            <a:picLocks noChangeAspect="1"/>
          </p:cNvPicPr>
          <p:nvPr/>
        </p:nvPicPr>
        <p:blipFill>
          <a:blip r:embed="rId2"/>
          <a:stretch>
            <a:fillRect/>
          </a:stretch>
        </p:blipFill>
        <p:spPr>
          <a:xfrm>
            <a:off x="5449824" y="2121408"/>
            <a:ext cx="6510873" cy="3881120"/>
          </a:xfrm>
          <a:prstGeom prst="rect">
            <a:avLst/>
          </a:prstGeom>
        </p:spPr>
      </p:pic>
    </p:spTree>
    <p:extLst>
      <p:ext uri="{BB962C8B-B14F-4D97-AF65-F5344CB8AC3E}">
        <p14:creationId xmlns:p14="http://schemas.microsoft.com/office/powerpoint/2010/main" val="14287838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E70CB8-8633-2C81-5E8F-E290E0F85551}"/>
            </a:ext>
          </a:extLst>
        </p:cNvPr>
        <p:cNvGrpSpPr/>
        <p:nvPr/>
      </p:nvGrpSpPr>
      <p:grpSpPr>
        <a:xfrm>
          <a:off x="0" y="0"/>
          <a:ext cx="0" cy="0"/>
          <a:chOff x="0" y="0"/>
          <a:chExt cx="0" cy="0"/>
        </a:xfrm>
      </p:grpSpPr>
      <p:sp useBgFill="1">
        <p:nvSpPr>
          <p:cNvPr id="38" name="Rectangle 37">
            <a:extLst>
              <a:ext uri="{FF2B5EF4-FFF2-40B4-BE49-F238E27FC236}">
                <a16:creationId xmlns:a16="http://schemas.microsoft.com/office/drawing/2014/main" id="{C5E75634-15CB-9D6A-CDB5-F8B85CDFFA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63F8C4A2-9322-E16F-5D94-BBD2DF2A18E3}"/>
              </a:ext>
            </a:extLst>
          </p:cNvPr>
          <p:cNvSpPr>
            <a:spLocks noGrp="1"/>
          </p:cNvSpPr>
          <p:nvPr>
            <p:ph type="title"/>
          </p:nvPr>
        </p:nvSpPr>
        <p:spPr>
          <a:xfrm>
            <a:off x="630935" y="323088"/>
            <a:ext cx="11329761" cy="1798320"/>
          </a:xfrm>
        </p:spPr>
        <p:txBody>
          <a:bodyPr anchor="b">
            <a:normAutofit/>
          </a:bodyPr>
          <a:lstStyle/>
          <a:p>
            <a:r>
              <a:rPr lang="en-US" dirty="0"/>
              <a:t>REQUIREMENT:</a:t>
            </a:r>
            <a:br>
              <a:rPr lang="en-US" dirty="0"/>
            </a:br>
            <a:r>
              <a:rPr lang="en-US" dirty="0"/>
              <a:t>MAINTAINABILITY &amp; TESTABILITY</a:t>
            </a:r>
            <a:endParaRPr lang="es-ES" dirty="0"/>
          </a:p>
        </p:txBody>
      </p:sp>
      <p:sp>
        <p:nvSpPr>
          <p:cNvPr id="40" name="sketch line">
            <a:extLst>
              <a:ext uri="{FF2B5EF4-FFF2-40B4-BE49-F238E27FC236}">
                <a16:creationId xmlns:a16="http://schemas.microsoft.com/office/drawing/2014/main" id="{6A0269F3-3669-58A4-2F0A-7B15421081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29827EA1-A2E6-8E6F-2D10-4A8287FFC540}"/>
              </a:ext>
            </a:extLst>
          </p:cNvPr>
          <p:cNvSpPr>
            <a:spLocks noGrp="1"/>
          </p:cNvSpPr>
          <p:nvPr>
            <p:ph idx="1"/>
          </p:nvPr>
        </p:nvSpPr>
        <p:spPr>
          <a:xfrm>
            <a:off x="630936" y="2660904"/>
            <a:ext cx="10962966" cy="3547872"/>
          </a:xfrm>
        </p:spPr>
        <p:txBody>
          <a:bodyPr anchor="t">
            <a:normAutofit/>
          </a:bodyPr>
          <a:lstStyle/>
          <a:p>
            <a:r>
              <a:rPr lang="en-US" sz="2400" dirty="0"/>
              <a:t>Enable independent deployment of components, comprehensive automated testing, support bi-weekly releases.</a:t>
            </a:r>
          </a:p>
          <a:p>
            <a:endParaRPr lang="en-US" sz="2400" dirty="0"/>
          </a:p>
          <a:p>
            <a:r>
              <a:rPr lang="en-US" sz="2400" dirty="0"/>
              <a:t>Architectural Extension: None required</a:t>
            </a:r>
          </a:p>
        </p:txBody>
      </p:sp>
    </p:spTree>
    <p:extLst>
      <p:ext uri="{BB962C8B-B14F-4D97-AF65-F5344CB8AC3E}">
        <p14:creationId xmlns:p14="http://schemas.microsoft.com/office/powerpoint/2010/main" val="17049669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0C51F-749D-800C-7CAA-218B24BBBA95}"/>
              </a:ext>
            </a:extLst>
          </p:cNvPr>
          <p:cNvSpPr>
            <a:spLocks noGrp="1"/>
          </p:cNvSpPr>
          <p:nvPr>
            <p:ph type="title"/>
          </p:nvPr>
        </p:nvSpPr>
        <p:spPr/>
        <p:txBody>
          <a:bodyPr/>
          <a:lstStyle/>
          <a:p>
            <a:r>
              <a:rPr lang="en-US" dirty="0"/>
              <a:t>Current Strengths:</a:t>
            </a:r>
            <a:endParaRPr lang="en-ZM" dirty="0"/>
          </a:p>
        </p:txBody>
      </p:sp>
      <p:sp>
        <p:nvSpPr>
          <p:cNvPr id="3" name="Content Placeholder 2">
            <a:extLst>
              <a:ext uri="{FF2B5EF4-FFF2-40B4-BE49-F238E27FC236}">
                <a16:creationId xmlns:a16="http://schemas.microsoft.com/office/drawing/2014/main" id="{38E731C8-CB74-3794-A9C7-895285FE80A6}"/>
              </a:ext>
            </a:extLst>
          </p:cNvPr>
          <p:cNvSpPr>
            <a:spLocks noGrp="1"/>
          </p:cNvSpPr>
          <p:nvPr>
            <p:ph idx="1"/>
          </p:nvPr>
        </p:nvSpPr>
        <p:spPr/>
        <p:txBody>
          <a:bodyPr>
            <a:normAutofit/>
          </a:bodyPr>
          <a:lstStyle/>
          <a:p>
            <a:pPr marL="0" indent="0">
              <a:buNone/>
            </a:pPr>
            <a:r>
              <a:rPr lang="en-US" b="1" dirty="0"/>
              <a:t>1. Clean Separation of Concerns:</a:t>
            </a:r>
          </a:p>
          <a:p>
            <a:r>
              <a:rPr lang="en-US" dirty="0"/>
              <a:t>Clear component boundaries with single responsibilities (Term Management, Registration, Grading, Results)</a:t>
            </a:r>
          </a:p>
          <a:p>
            <a:r>
              <a:rPr lang="en-US" dirty="0"/>
              <a:t>Hexagonal/ports-and-adapters pattern evident (Persistence Adapter, Integration Adapter)</a:t>
            </a:r>
          </a:p>
          <a:p>
            <a:r>
              <a:rPr lang="en-US" dirty="0"/>
              <a:t>Components communicate through well-defined interfaces</a:t>
            </a:r>
          </a:p>
          <a:p>
            <a:endParaRPr lang="en-US" dirty="0"/>
          </a:p>
          <a:p>
            <a:endParaRPr lang="en-ZM" dirty="0"/>
          </a:p>
        </p:txBody>
      </p:sp>
    </p:spTree>
    <p:extLst>
      <p:ext uri="{BB962C8B-B14F-4D97-AF65-F5344CB8AC3E}">
        <p14:creationId xmlns:p14="http://schemas.microsoft.com/office/powerpoint/2010/main" val="18188472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991824-B68A-6E46-F513-9ED57B37DC97}"/>
              </a:ext>
            </a:extLst>
          </p:cNvPr>
          <p:cNvSpPr>
            <a:spLocks noGrp="1"/>
          </p:cNvSpPr>
          <p:nvPr>
            <p:ph type="title"/>
          </p:nvPr>
        </p:nvSpPr>
        <p:spPr/>
        <p:txBody>
          <a:bodyPr/>
          <a:lstStyle/>
          <a:p>
            <a:endParaRPr lang="en-ZM"/>
          </a:p>
        </p:txBody>
      </p:sp>
      <p:sp>
        <p:nvSpPr>
          <p:cNvPr id="3" name="Content Placeholder 2">
            <a:extLst>
              <a:ext uri="{FF2B5EF4-FFF2-40B4-BE49-F238E27FC236}">
                <a16:creationId xmlns:a16="http://schemas.microsoft.com/office/drawing/2014/main" id="{3BA3024D-1C22-0AF7-81C5-D00687464850}"/>
              </a:ext>
            </a:extLst>
          </p:cNvPr>
          <p:cNvSpPr>
            <a:spLocks noGrp="1"/>
          </p:cNvSpPr>
          <p:nvPr>
            <p:ph idx="1"/>
          </p:nvPr>
        </p:nvSpPr>
        <p:spPr/>
        <p:txBody>
          <a:bodyPr>
            <a:normAutofit/>
          </a:bodyPr>
          <a:lstStyle/>
          <a:p>
            <a:pPr marL="0" indent="0">
              <a:buNone/>
            </a:pPr>
            <a:r>
              <a:rPr lang="en-US" b="1" dirty="0"/>
              <a:t>2. Testability by Design:</a:t>
            </a:r>
          </a:p>
          <a:p>
            <a:r>
              <a:rPr lang="en-US" dirty="0"/>
              <a:t>Integration Adapter abstracts external systems - can be mocked for unit testing</a:t>
            </a:r>
          </a:p>
          <a:p>
            <a:r>
              <a:rPr lang="en-US" dirty="0"/>
              <a:t>Persistence Adapter abstracts database - enables in-memory testing</a:t>
            </a:r>
          </a:p>
          <a:p>
            <a:r>
              <a:rPr lang="en-US" dirty="0"/>
              <a:t>Each component has clear inputs/outputs suitable for contract testing</a:t>
            </a:r>
          </a:p>
          <a:p>
            <a:r>
              <a:rPr lang="en-US" dirty="0"/>
              <a:t>Dynamic views document interaction flows useful for integration test scenarios</a:t>
            </a:r>
          </a:p>
          <a:p>
            <a:endParaRPr lang="en-US" dirty="0"/>
          </a:p>
          <a:p>
            <a:endParaRPr lang="en-ZM" dirty="0"/>
          </a:p>
        </p:txBody>
      </p:sp>
    </p:spTree>
    <p:extLst>
      <p:ext uri="{BB962C8B-B14F-4D97-AF65-F5344CB8AC3E}">
        <p14:creationId xmlns:p14="http://schemas.microsoft.com/office/powerpoint/2010/main" val="14835073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0F5296-7D6A-AC7E-A3EF-4D5B8A2453B4}"/>
              </a:ext>
            </a:extLst>
          </p:cNvPr>
          <p:cNvSpPr>
            <a:spLocks noGrp="1"/>
          </p:cNvSpPr>
          <p:nvPr>
            <p:ph type="title"/>
          </p:nvPr>
        </p:nvSpPr>
        <p:spPr/>
        <p:txBody>
          <a:bodyPr/>
          <a:lstStyle/>
          <a:p>
            <a:endParaRPr lang="en-ZM"/>
          </a:p>
        </p:txBody>
      </p:sp>
      <p:sp>
        <p:nvSpPr>
          <p:cNvPr id="3" name="Content Placeholder 2">
            <a:extLst>
              <a:ext uri="{FF2B5EF4-FFF2-40B4-BE49-F238E27FC236}">
                <a16:creationId xmlns:a16="http://schemas.microsoft.com/office/drawing/2014/main" id="{2F722D86-143A-E623-FB54-DBD636FE4625}"/>
              </a:ext>
            </a:extLst>
          </p:cNvPr>
          <p:cNvSpPr>
            <a:spLocks noGrp="1"/>
          </p:cNvSpPr>
          <p:nvPr>
            <p:ph idx="1"/>
          </p:nvPr>
        </p:nvSpPr>
        <p:spPr/>
        <p:txBody>
          <a:bodyPr>
            <a:normAutofit/>
          </a:bodyPr>
          <a:lstStyle/>
          <a:p>
            <a:pPr marL="0" indent="0">
              <a:buNone/>
            </a:pPr>
            <a:r>
              <a:rPr lang="en-US" b="1" dirty="0"/>
              <a:t>3. Deployment Independence:</a:t>
            </a:r>
          </a:p>
          <a:p>
            <a:r>
              <a:rPr lang="en-US" dirty="0"/>
              <a:t>Web Application (SPA) can be deployed separately from Backend API</a:t>
            </a:r>
          </a:p>
          <a:p>
            <a:r>
              <a:rPr lang="en-US" dirty="0"/>
              <a:t>Component-level separation within API container allows for future microservices extraction</a:t>
            </a:r>
          </a:p>
          <a:p>
            <a:r>
              <a:rPr lang="en-US" dirty="0"/>
              <a:t>Database schema changes can be managed through migration scripts independently</a:t>
            </a:r>
          </a:p>
          <a:p>
            <a:endParaRPr lang="en-US" dirty="0"/>
          </a:p>
        </p:txBody>
      </p:sp>
    </p:spTree>
    <p:extLst>
      <p:ext uri="{BB962C8B-B14F-4D97-AF65-F5344CB8AC3E}">
        <p14:creationId xmlns:p14="http://schemas.microsoft.com/office/powerpoint/2010/main" val="3340858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60735-A537-3771-AF87-49D96D824C5F}"/>
              </a:ext>
            </a:extLst>
          </p:cNvPr>
          <p:cNvSpPr>
            <a:spLocks noGrp="1"/>
          </p:cNvSpPr>
          <p:nvPr>
            <p:ph type="title"/>
          </p:nvPr>
        </p:nvSpPr>
        <p:spPr/>
        <p:txBody>
          <a:bodyPr/>
          <a:lstStyle/>
          <a:p>
            <a:endParaRPr lang="en-ZM"/>
          </a:p>
        </p:txBody>
      </p:sp>
      <p:sp>
        <p:nvSpPr>
          <p:cNvPr id="3" name="Content Placeholder 2">
            <a:extLst>
              <a:ext uri="{FF2B5EF4-FFF2-40B4-BE49-F238E27FC236}">
                <a16:creationId xmlns:a16="http://schemas.microsoft.com/office/drawing/2014/main" id="{A095BDFC-CEBF-BE12-2C41-624DAAF080AD}"/>
              </a:ext>
            </a:extLst>
          </p:cNvPr>
          <p:cNvSpPr>
            <a:spLocks noGrp="1"/>
          </p:cNvSpPr>
          <p:nvPr>
            <p:ph idx="1"/>
          </p:nvPr>
        </p:nvSpPr>
        <p:spPr/>
        <p:txBody>
          <a:bodyPr/>
          <a:lstStyle/>
          <a:p>
            <a:pPr marL="0" indent="0">
              <a:buNone/>
            </a:pPr>
            <a:r>
              <a:rPr lang="en-US" b="1" dirty="0"/>
              <a:t>4. Development Environment Support:</a:t>
            </a:r>
          </a:p>
          <a:p>
            <a:r>
              <a:rPr lang="en-US" dirty="0"/>
              <a:t>Dedicated development deployment environment shown</a:t>
            </a:r>
          </a:p>
          <a:p>
            <a:r>
              <a:rPr lang="en-US" dirty="0"/>
              <a:t>Test instances of external systems enable isolated testing</a:t>
            </a:r>
            <a:endParaRPr lang="en-ZM" dirty="0"/>
          </a:p>
          <a:p>
            <a:pPr marL="0" indent="0">
              <a:buNone/>
            </a:pPr>
            <a:endParaRPr lang="en-ZM" dirty="0"/>
          </a:p>
        </p:txBody>
      </p:sp>
    </p:spTree>
    <p:extLst>
      <p:ext uri="{BB962C8B-B14F-4D97-AF65-F5344CB8AC3E}">
        <p14:creationId xmlns:p14="http://schemas.microsoft.com/office/powerpoint/2010/main" val="40772933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5A564-3280-47EA-6EB4-37EE3CC4F67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4076DA3-E36E-FE13-DF66-EC0FC5678E7C}"/>
              </a:ext>
            </a:extLst>
          </p:cNvPr>
          <p:cNvSpPr>
            <a:spLocks noGrp="1"/>
          </p:cNvSpPr>
          <p:nvPr>
            <p:ph type="title"/>
          </p:nvPr>
        </p:nvSpPr>
        <p:spPr>
          <a:xfrm>
            <a:off x="630935" y="323088"/>
            <a:ext cx="11329761" cy="1798320"/>
          </a:xfrm>
        </p:spPr>
        <p:txBody>
          <a:bodyPr anchor="b">
            <a:normAutofit/>
          </a:bodyPr>
          <a:lstStyle/>
          <a:p>
            <a:r>
              <a:rPr lang="en-US" dirty="0"/>
              <a:t>REQUIREMENT: SECURITY &amp; DATA PRIVACY</a:t>
            </a:r>
            <a:endParaRPr lang="es-ES" dirty="0"/>
          </a:p>
        </p:txBody>
      </p:sp>
      <p:sp>
        <p:nvSpPr>
          <p:cNvPr id="3" name="Marcador de contenido 2">
            <a:extLst>
              <a:ext uri="{FF2B5EF4-FFF2-40B4-BE49-F238E27FC236}">
                <a16:creationId xmlns:a16="http://schemas.microsoft.com/office/drawing/2014/main" id="{B1DBC167-6B30-04B2-10C3-8F3E9D505C20}"/>
              </a:ext>
            </a:extLst>
          </p:cNvPr>
          <p:cNvSpPr>
            <a:spLocks noGrp="1"/>
          </p:cNvSpPr>
          <p:nvPr>
            <p:ph idx="1"/>
          </p:nvPr>
        </p:nvSpPr>
        <p:spPr>
          <a:xfrm>
            <a:off x="630936" y="2660904"/>
            <a:ext cx="10962966" cy="3547872"/>
          </a:xfrm>
        </p:spPr>
        <p:txBody>
          <a:bodyPr anchor="t">
            <a:normAutofit/>
          </a:bodyPr>
          <a:lstStyle/>
          <a:p>
            <a:r>
              <a:rPr lang="en-US" sz="2400" dirty="0"/>
              <a:t>Protect sensitive user data (grades, PII, </a:t>
            </a:r>
            <a:r>
              <a:rPr lang="en-US" sz="2400" dirty="0" err="1"/>
              <a:t>etc</a:t>
            </a:r>
            <a:r>
              <a:rPr lang="en-US" sz="2400" dirty="0"/>
              <a:t>) with end-to-end encryption, role-based access control (RBAC).</a:t>
            </a:r>
          </a:p>
          <a:p>
            <a:pPr marL="0" indent="0">
              <a:buNone/>
            </a:pPr>
            <a:endParaRPr lang="en-US" sz="2400" dirty="0"/>
          </a:p>
          <a:p>
            <a:r>
              <a:rPr lang="en-US" sz="2400" dirty="0"/>
              <a:t>Architectural Extension: Required</a:t>
            </a:r>
          </a:p>
        </p:txBody>
      </p:sp>
    </p:spTree>
    <p:extLst>
      <p:ext uri="{BB962C8B-B14F-4D97-AF65-F5344CB8AC3E}">
        <p14:creationId xmlns:p14="http://schemas.microsoft.com/office/powerpoint/2010/main" val="3004177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C8ECC-DEBD-9C29-DED3-D8CD5C2106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E3AF4B-DA69-8205-596C-F3631AE846C8}"/>
              </a:ext>
            </a:extLst>
          </p:cNvPr>
          <p:cNvSpPr>
            <a:spLocks noGrp="1"/>
          </p:cNvSpPr>
          <p:nvPr>
            <p:ph type="title"/>
          </p:nvPr>
        </p:nvSpPr>
        <p:spPr/>
        <p:txBody>
          <a:bodyPr/>
          <a:lstStyle/>
          <a:p>
            <a:r>
              <a:rPr lang="en-US" dirty="0"/>
              <a:t>Current Strengths:</a:t>
            </a:r>
            <a:endParaRPr lang="en-ZM" dirty="0"/>
          </a:p>
        </p:txBody>
      </p:sp>
      <p:sp>
        <p:nvSpPr>
          <p:cNvPr id="3" name="Content Placeholder 2">
            <a:extLst>
              <a:ext uri="{FF2B5EF4-FFF2-40B4-BE49-F238E27FC236}">
                <a16:creationId xmlns:a16="http://schemas.microsoft.com/office/drawing/2014/main" id="{05E84634-1399-449B-7C2A-90CE298700AB}"/>
              </a:ext>
            </a:extLst>
          </p:cNvPr>
          <p:cNvSpPr>
            <a:spLocks noGrp="1"/>
          </p:cNvSpPr>
          <p:nvPr>
            <p:ph idx="1"/>
          </p:nvPr>
        </p:nvSpPr>
        <p:spPr/>
        <p:txBody>
          <a:bodyPr>
            <a:normAutofit/>
          </a:bodyPr>
          <a:lstStyle/>
          <a:p>
            <a:r>
              <a:rPr lang="en-US" dirty="0"/>
              <a:t>Integration with Identity Provider (IdP) for SSO authentication</a:t>
            </a:r>
          </a:p>
          <a:p>
            <a:r>
              <a:rPr lang="en-US" dirty="0"/>
              <a:t>HTTPS communication between web app and API</a:t>
            </a:r>
          </a:p>
          <a:p>
            <a:endParaRPr lang="en-ZM" dirty="0"/>
          </a:p>
        </p:txBody>
      </p:sp>
    </p:spTree>
    <p:extLst>
      <p:ext uri="{BB962C8B-B14F-4D97-AF65-F5344CB8AC3E}">
        <p14:creationId xmlns:p14="http://schemas.microsoft.com/office/powerpoint/2010/main" val="40455285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1E8EFF-25A9-691C-FBDD-89827A5836AE}"/>
              </a:ext>
            </a:extLst>
          </p:cNvPr>
          <p:cNvSpPr>
            <a:spLocks noGrp="1"/>
          </p:cNvSpPr>
          <p:nvPr>
            <p:ph type="title"/>
          </p:nvPr>
        </p:nvSpPr>
        <p:spPr/>
        <p:txBody>
          <a:bodyPr/>
          <a:lstStyle/>
          <a:p>
            <a:r>
              <a:rPr lang="en-US" dirty="0"/>
              <a:t>SUGGESTED ARCHITECTURAL EXTENSION:</a:t>
            </a:r>
            <a:endParaRPr lang="en-ZM" dirty="0"/>
          </a:p>
        </p:txBody>
      </p:sp>
      <p:sp>
        <p:nvSpPr>
          <p:cNvPr id="3" name="Content Placeholder 2">
            <a:extLst>
              <a:ext uri="{FF2B5EF4-FFF2-40B4-BE49-F238E27FC236}">
                <a16:creationId xmlns:a16="http://schemas.microsoft.com/office/drawing/2014/main" id="{EF75029D-7F7E-D7D5-D383-BE48FF2C2FBC}"/>
              </a:ext>
            </a:extLst>
          </p:cNvPr>
          <p:cNvSpPr>
            <a:spLocks noGrp="1"/>
          </p:cNvSpPr>
          <p:nvPr>
            <p:ph idx="1"/>
          </p:nvPr>
        </p:nvSpPr>
        <p:spPr/>
        <p:txBody>
          <a:bodyPr/>
          <a:lstStyle/>
          <a:p>
            <a:r>
              <a:rPr lang="en-US" dirty="0"/>
              <a:t>Implement "</a:t>
            </a:r>
            <a:r>
              <a:rPr lang="en-US" b="1" dirty="0"/>
              <a:t>Data Encryption Service</a:t>
            </a:r>
            <a:r>
              <a:rPr lang="en-US" dirty="0"/>
              <a:t>" component for at-rest encryption</a:t>
            </a:r>
            <a:endParaRPr lang="en-ZM" dirty="0"/>
          </a:p>
        </p:txBody>
      </p:sp>
    </p:spTree>
    <p:extLst>
      <p:ext uri="{BB962C8B-B14F-4D97-AF65-F5344CB8AC3E}">
        <p14:creationId xmlns:p14="http://schemas.microsoft.com/office/powerpoint/2010/main" val="1658002362"/>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229</TotalTime>
  <Words>575</Words>
  <Application>Microsoft Office PowerPoint</Application>
  <PresentationFormat>Widescreen</PresentationFormat>
  <Paragraphs>50</Paragraphs>
  <Slides>13</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Tema de Office</vt:lpstr>
      <vt:lpstr>PowerPoint Presentation</vt:lpstr>
      <vt:lpstr>AVALABILITY PROBLEM: ISSUE</vt:lpstr>
      <vt:lpstr>AVAILABILITY PROBLEM: SOLUTION</vt:lpstr>
      <vt:lpstr>MODIFIABILITY PROBLEM: ISSUE</vt:lpstr>
      <vt:lpstr>MODIFIABILITY PROBLEM: SOLUTION</vt:lpstr>
      <vt:lpstr>REQUIREMENT: MAINTAINABILITY &amp; TESTABILITY</vt:lpstr>
      <vt:lpstr>Current Strengths:</vt:lpstr>
      <vt:lpstr>PowerPoint Presentation</vt:lpstr>
      <vt:lpstr>PowerPoint Presentation</vt:lpstr>
      <vt:lpstr>PowerPoint Presentation</vt:lpstr>
      <vt:lpstr>REQUIREMENT: SECURITY &amp; DATA PRIVACY</vt:lpstr>
      <vt:lpstr>Current Strengths:</vt:lpstr>
      <vt:lpstr>SUGGESTED ARCHITECTURAL EXTENSION: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Iker Joaquín</dc:creator>
  <cp:lastModifiedBy>Martin Mayembe</cp:lastModifiedBy>
  <cp:revision>2</cp:revision>
  <dcterms:created xsi:type="dcterms:W3CDTF">2026-01-02T13:06:19Z</dcterms:created>
  <dcterms:modified xsi:type="dcterms:W3CDTF">2026-01-04T12:36:45Z</dcterms:modified>
</cp:coreProperties>
</file>